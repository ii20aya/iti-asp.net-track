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9" r:id="rId3"/>
    <p:sldMasterId id="214748368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7" name="PlaceHolder 1"/>
          <p:cNvSpPr>
            <a:spLocks noGrp="1"/>
          </p:cNvSpPr>
          <p:nvPr>
            <p:ph type="title"/>
          </p:nvPr>
        </p:nvSpPr>
        <p:spPr>
          <a:xfrm>
            <a:off x="713160" y="753840"/>
            <a:ext cx="410364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28"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329720" y="2072520"/>
            <a:ext cx="4146480" cy="771120"/>
          </a:xfrm>
          <a:prstGeom prst="rect">
            <a:avLst/>
          </a:prstGeom>
          <a:noFill/>
          <a:ln w="0">
            <a:noFill/>
          </a:ln>
        </p:spPr>
        <p:txBody>
          <a:bodyPr lIns="91440" tIns="91440" rIns="91440" bIns="91440" anchor="b">
            <a:noAutofit/>
          </a:bodyPr>
          <a:lstStyle/>
          <a:p>
            <a:pPr indent="0">
              <a:lnSpc>
                <a:spcPct val="100000"/>
              </a:lnSpc>
              <a:buNone/>
            </a:pPr>
            <a:r>
              <a:rPr lang="fr-FR" sz="4600" b="0" u="none" strike="noStrike">
                <a:solidFill>
                  <a:schemeClr val="dk1"/>
                </a:solidFill>
                <a:effectLst/>
                <a:uFillTx/>
                <a:latin typeface="Plus Jakarta Sans ExtraBold"/>
                <a:ea typeface="Plus Jakarta Sans ExtraBold"/>
              </a:rPr>
              <a:t>xx%</a:t>
            </a:r>
            <a:endParaRPr lang="fr-FR" sz="4600" b="0" u="none" strike="noStrike">
              <a:solidFill>
                <a:schemeClr val="dk1"/>
              </a:solidFill>
              <a:effectLst/>
              <a:uFillTx/>
              <a:latin typeface="Arial"/>
            </a:endParaRPr>
          </a:p>
        </p:txBody>
      </p:sp>
      <p:grpSp>
        <p:nvGrpSpPr>
          <p:cNvPr id="30" name="Google Shape;308;p11"/>
          <p:cNvGrpSpPr/>
          <p:nvPr/>
        </p:nvGrpSpPr>
        <p:grpSpPr>
          <a:xfrm>
            <a:off x="-1251000" y="-2027160"/>
            <a:ext cx="12666600" cy="8681760"/>
            <a:chOff x="-1251000" y="-2027160"/>
            <a:chExt cx="12666600" cy="8681760"/>
          </a:xfrm>
        </p:grpSpPr>
        <p:sp>
          <p:nvSpPr>
            <p:cNvPr id="31" name="Google Shape;309;p11"/>
            <p:cNvSpPr/>
            <p:nvPr/>
          </p:nvSpPr>
          <p:spPr>
            <a:xfrm rot="4934400" flipH="1">
              <a:off x="7550640" y="2725560"/>
              <a:ext cx="3217680" cy="4114440"/>
            </a:xfrm>
            <a:custGeom>
              <a:avLst/>
              <a:gdLst>
                <a:gd name="textAreaLeft" fmla="*/ 360 w 3217680"/>
                <a:gd name="textAreaRight" fmla="*/ 3218400 w 3217680"/>
                <a:gd name="textAreaTop" fmla="*/ 0 h 4114440"/>
                <a:gd name="textAreaBottom" fmla="*/ 4114800 h 41144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310;p11"/>
            <p:cNvSpPr/>
            <p:nvPr/>
          </p:nvSpPr>
          <p:spPr>
            <a:xfrm rot="20088000">
              <a:off x="-968400" y="-1336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 name="Google Shape;311;p11"/>
          <p:cNvGrpSpPr/>
          <p:nvPr/>
        </p:nvGrpSpPr>
        <p:grpSpPr>
          <a:xfrm>
            <a:off x="5585760" y="186840"/>
            <a:ext cx="2809080" cy="1255320"/>
            <a:chOff x="5585760" y="186840"/>
            <a:chExt cx="2809080" cy="1255320"/>
          </a:xfrm>
        </p:grpSpPr>
        <p:grpSp>
          <p:nvGrpSpPr>
            <p:cNvPr id="34" name="Google Shape;312;p11"/>
            <p:cNvGrpSpPr/>
            <p:nvPr/>
          </p:nvGrpSpPr>
          <p:grpSpPr>
            <a:xfrm>
              <a:off x="5585760" y="186840"/>
              <a:ext cx="187920" cy="188640"/>
              <a:chOff x="5585760" y="186840"/>
              <a:chExt cx="187920" cy="188640"/>
            </a:xfrm>
          </p:grpSpPr>
          <p:sp>
            <p:nvSpPr>
              <p:cNvPr id="35" name="Google Shape;313;p11"/>
              <p:cNvSpPr/>
              <p:nvPr/>
            </p:nvSpPr>
            <p:spPr>
              <a:xfrm>
                <a:off x="5655960" y="275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314;p11"/>
              <p:cNvSpPr/>
              <p:nvPr/>
            </p:nvSpPr>
            <p:spPr>
              <a:xfrm>
                <a:off x="5724720" y="275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315;p11"/>
              <p:cNvSpPr/>
              <p:nvPr/>
            </p:nvSpPr>
            <p:spPr>
              <a:xfrm>
                <a:off x="5585760" y="275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316;p11"/>
              <p:cNvSpPr/>
              <p:nvPr/>
            </p:nvSpPr>
            <p:spPr>
              <a:xfrm>
                <a:off x="5672880" y="25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317;p11"/>
              <p:cNvSpPr/>
              <p:nvPr/>
            </p:nvSpPr>
            <p:spPr>
              <a:xfrm>
                <a:off x="5672880" y="327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318;p11"/>
              <p:cNvSpPr/>
              <p:nvPr/>
            </p:nvSpPr>
            <p:spPr>
              <a:xfrm>
                <a:off x="5672880" y="186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 name="Google Shape;319;p11"/>
            <p:cNvGrpSpPr/>
            <p:nvPr/>
          </p:nvGrpSpPr>
          <p:grpSpPr>
            <a:xfrm>
              <a:off x="8206560" y="1253880"/>
              <a:ext cx="188280" cy="188280"/>
              <a:chOff x="8206560" y="1253880"/>
              <a:chExt cx="188280" cy="188280"/>
            </a:xfrm>
          </p:grpSpPr>
          <p:sp>
            <p:nvSpPr>
              <p:cNvPr id="42" name="Google Shape;320;p11"/>
              <p:cNvSpPr/>
              <p:nvPr/>
            </p:nvSpPr>
            <p:spPr>
              <a:xfrm>
                <a:off x="8277120" y="134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321;p11"/>
              <p:cNvSpPr/>
              <p:nvPr/>
            </p:nvSpPr>
            <p:spPr>
              <a:xfrm>
                <a:off x="8345880" y="134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 name="Google Shape;322;p11"/>
              <p:cNvSpPr/>
              <p:nvPr/>
            </p:nvSpPr>
            <p:spPr>
              <a:xfrm>
                <a:off x="8206560" y="1342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323;p11"/>
              <p:cNvSpPr/>
              <p:nvPr/>
            </p:nvSpPr>
            <p:spPr>
              <a:xfrm>
                <a:off x="8294040" y="1325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324;p11"/>
              <p:cNvSpPr/>
              <p:nvPr/>
            </p:nvSpPr>
            <p:spPr>
              <a:xfrm>
                <a:off x="8294040" y="13942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325;p11"/>
              <p:cNvSpPr/>
              <p:nvPr/>
            </p:nvSpPr>
            <p:spPr>
              <a:xfrm>
                <a:off x="8294040" y="125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49" name="PlaceHolder 2"/>
          <p:cNvSpPr>
            <a:spLocks noGrp="1"/>
          </p:cNvSpPr>
          <p:nvPr>
            <p:ph type="title"/>
          </p:nvPr>
        </p:nvSpPr>
        <p:spPr>
          <a:xfrm>
            <a:off x="153756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0" name="PlaceHolder 3"/>
          <p:cNvSpPr>
            <a:spLocks noGrp="1"/>
          </p:cNvSpPr>
          <p:nvPr>
            <p:ph type="title"/>
          </p:nvPr>
        </p:nvSpPr>
        <p:spPr>
          <a:xfrm>
            <a:off x="153756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1" name="PlaceHolder 4"/>
          <p:cNvSpPr>
            <a:spLocks noGrp="1"/>
          </p:cNvSpPr>
          <p:nvPr>
            <p:ph type="title"/>
          </p:nvPr>
        </p:nvSpPr>
        <p:spPr>
          <a:xfrm>
            <a:off x="418932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2" name="PlaceHolder 5"/>
          <p:cNvSpPr>
            <a:spLocks noGrp="1"/>
          </p:cNvSpPr>
          <p:nvPr>
            <p:ph type="title"/>
          </p:nvPr>
        </p:nvSpPr>
        <p:spPr>
          <a:xfrm>
            <a:off x="418932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3" name="PlaceHolder 6"/>
          <p:cNvSpPr>
            <a:spLocks noGrp="1"/>
          </p:cNvSpPr>
          <p:nvPr>
            <p:ph type="title"/>
          </p:nvPr>
        </p:nvSpPr>
        <p:spPr>
          <a:xfrm>
            <a:off x="684108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4" name="PlaceHolder 7"/>
          <p:cNvSpPr>
            <a:spLocks noGrp="1"/>
          </p:cNvSpPr>
          <p:nvPr>
            <p:ph type="title"/>
          </p:nvPr>
        </p:nvSpPr>
        <p:spPr>
          <a:xfrm>
            <a:off x="684108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grpSp>
        <p:nvGrpSpPr>
          <p:cNvPr id="55" name="Google Shape;347;p13"/>
          <p:cNvGrpSpPr/>
          <p:nvPr/>
        </p:nvGrpSpPr>
        <p:grpSpPr>
          <a:xfrm>
            <a:off x="372240" y="350640"/>
            <a:ext cx="8385840" cy="4592880"/>
            <a:chOff x="372240" y="350640"/>
            <a:chExt cx="8385840" cy="4592880"/>
          </a:xfrm>
        </p:grpSpPr>
        <p:grpSp>
          <p:nvGrpSpPr>
            <p:cNvPr id="56" name="Google Shape;348;p13"/>
            <p:cNvGrpSpPr/>
            <p:nvPr/>
          </p:nvGrpSpPr>
          <p:grpSpPr>
            <a:xfrm>
              <a:off x="372240" y="3765240"/>
              <a:ext cx="187920" cy="188640"/>
              <a:chOff x="372240" y="3765240"/>
              <a:chExt cx="187920" cy="188640"/>
            </a:xfrm>
          </p:grpSpPr>
          <p:sp>
            <p:nvSpPr>
              <p:cNvPr id="57" name="Google Shape;349;p13"/>
              <p:cNvSpPr/>
              <p:nvPr/>
            </p:nvSpPr>
            <p:spPr>
              <a:xfrm>
                <a:off x="44244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350;p13"/>
              <p:cNvSpPr/>
              <p:nvPr/>
            </p:nvSpPr>
            <p:spPr>
              <a:xfrm>
                <a:off x="51120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351;p13"/>
              <p:cNvSpPr/>
              <p:nvPr/>
            </p:nvSpPr>
            <p:spPr>
              <a:xfrm>
                <a:off x="372240" y="385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352;p13"/>
              <p:cNvSpPr/>
              <p:nvPr/>
            </p:nvSpPr>
            <p:spPr>
              <a:xfrm>
                <a:off x="459360" y="383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353;p13"/>
              <p:cNvSpPr/>
              <p:nvPr/>
            </p:nvSpPr>
            <p:spPr>
              <a:xfrm>
                <a:off x="459360" y="3906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354;p13"/>
              <p:cNvSpPr/>
              <p:nvPr/>
            </p:nvSpPr>
            <p:spPr>
              <a:xfrm>
                <a:off x="459360" y="3765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 name="Google Shape;355;p13"/>
            <p:cNvGrpSpPr/>
            <p:nvPr/>
          </p:nvGrpSpPr>
          <p:grpSpPr>
            <a:xfrm>
              <a:off x="1219680" y="4754880"/>
              <a:ext cx="188280" cy="188640"/>
              <a:chOff x="1219680" y="4754880"/>
              <a:chExt cx="188280" cy="188640"/>
            </a:xfrm>
          </p:grpSpPr>
          <p:sp>
            <p:nvSpPr>
              <p:cNvPr id="64" name="Google Shape;356;p13"/>
              <p:cNvSpPr/>
              <p:nvPr/>
            </p:nvSpPr>
            <p:spPr>
              <a:xfrm>
                <a:off x="1289880" y="484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357;p13"/>
              <p:cNvSpPr/>
              <p:nvPr/>
            </p:nvSpPr>
            <p:spPr>
              <a:xfrm>
                <a:off x="1359000" y="484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358;p13"/>
              <p:cNvSpPr/>
              <p:nvPr/>
            </p:nvSpPr>
            <p:spPr>
              <a:xfrm>
                <a:off x="1219680" y="484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359;p13"/>
              <p:cNvSpPr/>
              <p:nvPr/>
            </p:nvSpPr>
            <p:spPr>
              <a:xfrm>
                <a:off x="1306800" y="4826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360;p13"/>
              <p:cNvSpPr/>
              <p:nvPr/>
            </p:nvSpPr>
            <p:spPr>
              <a:xfrm>
                <a:off x="1306800" y="4895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361;p13"/>
              <p:cNvSpPr/>
              <p:nvPr/>
            </p:nvSpPr>
            <p:spPr>
              <a:xfrm>
                <a:off x="1306800" y="4754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 name="Google Shape;362;p13"/>
            <p:cNvGrpSpPr/>
            <p:nvPr/>
          </p:nvGrpSpPr>
          <p:grpSpPr>
            <a:xfrm>
              <a:off x="8569800" y="1030320"/>
              <a:ext cx="188280" cy="188640"/>
              <a:chOff x="8569800" y="1030320"/>
              <a:chExt cx="188280" cy="188640"/>
            </a:xfrm>
          </p:grpSpPr>
          <p:sp>
            <p:nvSpPr>
              <p:cNvPr id="71" name="Google Shape;363;p13"/>
              <p:cNvSpPr/>
              <p:nvPr/>
            </p:nvSpPr>
            <p:spPr>
              <a:xfrm>
                <a:off x="864036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364;p13"/>
              <p:cNvSpPr/>
              <p:nvPr/>
            </p:nvSpPr>
            <p:spPr>
              <a:xfrm>
                <a:off x="870912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 name="Google Shape;365;p13"/>
              <p:cNvSpPr/>
              <p:nvPr/>
            </p:nvSpPr>
            <p:spPr>
              <a:xfrm>
                <a:off x="856980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 name="Google Shape;366;p13"/>
              <p:cNvSpPr/>
              <p:nvPr/>
            </p:nvSpPr>
            <p:spPr>
              <a:xfrm>
                <a:off x="865692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367;p13"/>
              <p:cNvSpPr/>
              <p:nvPr/>
            </p:nvSpPr>
            <p:spPr>
              <a:xfrm>
                <a:off x="865692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368;p13"/>
              <p:cNvSpPr/>
              <p:nvPr/>
            </p:nvSpPr>
            <p:spPr>
              <a:xfrm>
                <a:off x="865692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 name="Google Shape;369;p13"/>
            <p:cNvGrpSpPr/>
            <p:nvPr/>
          </p:nvGrpSpPr>
          <p:grpSpPr>
            <a:xfrm>
              <a:off x="7743600" y="350640"/>
              <a:ext cx="188280" cy="188640"/>
              <a:chOff x="7743600" y="350640"/>
              <a:chExt cx="188280" cy="188640"/>
            </a:xfrm>
          </p:grpSpPr>
          <p:sp>
            <p:nvSpPr>
              <p:cNvPr id="78" name="Google Shape;370;p13"/>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371;p13"/>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Google Shape;372;p13"/>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373;p13"/>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374;p13"/>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375;p13"/>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4" name="Google Shape;376;p13"/>
          <p:cNvGrpSpPr/>
          <p:nvPr/>
        </p:nvGrpSpPr>
        <p:grpSpPr>
          <a:xfrm>
            <a:off x="-1702800" y="-1836000"/>
            <a:ext cx="12658320" cy="9110520"/>
            <a:chOff x="-1702800" y="-1836000"/>
            <a:chExt cx="12658320" cy="9110520"/>
          </a:xfrm>
        </p:grpSpPr>
        <p:sp>
          <p:nvSpPr>
            <p:cNvPr id="85" name="Google Shape;377;p13"/>
            <p:cNvSpPr/>
            <p:nvPr/>
          </p:nvSpPr>
          <p:spPr>
            <a:xfrm rot="5754000">
              <a:off x="8062560" y="-164412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378;p13"/>
            <p:cNvSpPr/>
            <p:nvPr/>
          </p:nvSpPr>
          <p:spPr>
            <a:xfrm rot="16200000">
              <a:off x="-1274400" y="377136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379;p13"/>
            <p:cNvSpPr/>
            <p:nvPr/>
          </p:nvSpPr>
          <p:spPr>
            <a:xfrm rot="3565200">
              <a:off x="-1034280" y="4033440"/>
              <a:ext cx="2004480" cy="2160360"/>
            </a:xfrm>
            <a:custGeom>
              <a:avLst/>
              <a:gdLst>
                <a:gd name="textAreaLeft" fmla="*/ 0 w 2004480"/>
                <a:gd name="textAreaRight" fmla="*/ 2004840 w 20044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380;p13"/>
            <p:cNvSpPr/>
            <p:nvPr/>
          </p:nvSpPr>
          <p:spPr>
            <a:xfrm>
              <a:off x="7196040" y="-1836000"/>
              <a:ext cx="2388960" cy="2598480"/>
            </a:xfrm>
            <a:custGeom>
              <a:avLst/>
              <a:gdLst>
                <a:gd name="textAreaLeft" fmla="*/ 0 w 2388960"/>
                <a:gd name="textAreaRight" fmla="*/ 2389320 w 2388960"/>
                <a:gd name="textAreaTop" fmla="*/ 0 h 2598480"/>
                <a:gd name="textAreaBottom" fmla="*/ 2598840 h 2598480"/>
              </a:gdLst>
              <a:ahLst/>
              <a:cxnLst/>
              <a:rect l="textAreaLeft" t="textAreaTop" r="textAreaRight" b="textAreaBottom"/>
              <a:pathLst>
                <a:path w="634" h="688">
                  <a:moveTo>
                    <a:pt x="523" y="191"/>
                  </a:moveTo>
                  <a:cubicBezTo>
                    <a:pt x="463" y="156"/>
                    <a:pt x="469" y="46"/>
                    <a:pt x="406" y="23"/>
                  </a:cubicBezTo>
                  <a:cubicBezTo>
                    <a:pt x="343" y="0"/>
                    <a:pt x="285" y="32"/>
                    <a:pt x="239" y="100"/>
                  </a:cubicBezTo>
                  <a:cubicBezTo>
                    <a:pt x="194" y="168"/>
                    <a:pt x="152" y="194"/>
                    <a:pt x="61" y="233"/>
                  </a:cubicBezTo>
                  <a:cubicBezTo>
                    <a:pt x="33" y="246"/>
                    <a:pt x="17" y="266"/>
                    <a:pt x="9" y="289"/>
                  </a:cubicBezTo>
                  <a:cubicBezTo>
                    <a:pt x="8" y="289"/>
                    <a:pt x="8" y="289"/>
                    <a:pt x="8" y="289"/>
                  </a:cubicBezTo>
                  <a:cubicBezTo>
                    <a:pt x="8" y="289"/>
                    <a:pt x="8" y="290"/>
                    <a:pt x="8" y="292"/>
                  </a:cubicBezTo>
                  <a:cubicBezTo>
                    <a:pt x="2" y="309"/>
                    <a:pt x="0" y="328"/>
                    <a:pt x="0" y="344"/>
                  </a:cubicBezTo>
                  <a:cubicBezTo>
                    <a:pt x="0" y="361"/>
                    <a:pt x="2" y="379"/>
                    <a:pt x="8" y="397"/>
                  </a:cubicBezTo>
                  <a:cubicBezTo>
                    <a:pt x="8" y="399"/>
                    <a:pt x="8" y="400"/>
                    <a:pt x="8" y="400"/>
                  </a:cubicBezTo>
                  <a:cubicBezTo>
                    <a:pt x="9" y="400"/>
                    <a:pt x="9" y="400"/>
                    <a:pt x="9" y="400"/>
                  </a:cubicBezTo>
                  <a:cubicBezTo>
                    <a:pt x="17" y="423"/>
                    <a:pt x="33" y="443"/>
                    <a:pt x="61" y="455"/>
                  </a:cubicBezTo>
                  <a:cubicBezTo>
                    <a:pt x="152" y="495"/>
                    <a:pt x="194" y="520"/>
                    <a:pt x="239" y="588"/>
                  </a:cubicBezTo>
                  <a:cubicBezTo>
                    <a:pt x="285" y="656"/>
                    <a:pt x="343" y="688"/>
                    <a:pt x="406" y="666"/>
                  </a:cubicBezTo>
                  <a:cubicBezTo>
                    <a:pt x="469" y="643"/>
                    <a:pt x="463" y="533"/>
                    <a:pt x="523" y="498"/>
                  </a:cubicBezTo>
                  <a:cubicBezTo>
                    <a:pt x="574" y="469"/>
                    <a:pt x="634" y="437"/>
                    <a:pt x="628" y="344"/>
                  </a:cubicBezTo>
                  <a:cubicBezTo>
                    <a:pt x="634" y="252"/>
                    <a:pt x="574" y="220"/>
                    <a:pt x="523" y="19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1011960" y="1476360"/>
            <a:ext cx="3652920" cy="14605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56" name="PlaceHolder 2"/>
          <p:cNvSpPr>
            <a:spLocks noGrp="1"/>
          </p:cNvSpPr>
          <p:nvPr>
            <p:ph type="body"/>
          </p:nvPr>
        </p:nvSpPr>
        <p:spPr>
          <a:xfrm>
            <a:off x="4784040" y="1071360"/>
            <a:ext cx="3337200" cy="312912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57" name="Google Shape;454;p16"/>
          <p:cNvGrpSpPr/>
          <p:nvPr/>
        </p:nvGrpSpPr>
        <p:grpSpPr>
          <a:xfrm>
            <a:off x="1621440" y="444960"/>
            <a:ext cx="7142760" cy="4257720"/>
            <a:chOff x="1621440" y="444960"/>
            <a:chExt cx="7142760" cy="4257720"/>
          </a:xfrm>
        </p:grpSpPr>
        <p:grpSp>
          <p:nvGrpSpPr>
            <p:cNvPr id="158" name="Google Shape;455;p16"/>
            <p:cNvGrpSpPr/>
            <p:nvPr/>
          </p:nvGrpSpPr>
          <p:grpSpPr>
            <a:xfrm>
              <a:off x="1621440" y="444960"/>
              <a:ext cx="188280" cy="188640"/>
              <a:chOff x="1621440" y="444960"/>
              <a:chExt cx="188280" cy="188640"/>
            </a:xfrm>
          </p:grpSpPr>
          <p:sp>
            <p:nvSpPr>
              <p:cNvPr id="159" name="Google Shape;456;p16"/>
              <p:cNvSpPr/>
              <p:nvPr/>
            </p:nvSpPr>
            <p:spPr>
              <a:xfrm>
                <a:off x="169164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457;p16"/>
              <p:cNvSpPr/>
              <p:nvPr/>
            </p:nvSpPr>
            <p:spPr>
              <a:xfrm>
                <a:off x="176076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458;p16"/>
              <p:cNvSpPr/>
              <p:nvPr/>
            </p:nvSpPr>
            <p:spPr>
              <a:xfrm>
                <a:off x="162144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459;p16"/>
              <p:cNvSpPr/>
              <p:nvPr/>
            </p:nvSpPr>
            <p:spPr>
              <a:xfrm>
                <a:off x="170856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460;p16"/>
              <p:cNvSpPr/>
              <p:nvPr/>
            </p:nvSpPr>
            <p:spPr>
              <a:xfrm>
                <a:off x="170856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461;p16"/>
              <p:cNvSpPr/>
              <p:nvPr/>
            </p:nvSpPr>
            <p:spPr>
              <a:xfrm>
                <a:off x="170856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5" name="Google Shape;462;p16"/>
            <p:cNvGrpSpPr/>
            <p:nvPr/>
          </p:nvGrpSpPr>
          <p:grpSpPr>
            <a:xfrm>
              <a:off x="8575920" y="3596400"/>
              <a:ext cx="188280" cy="188640"/>
              <a:chOff x="8575920" y="3596400"/>
              <a:chExt cx="188280" cy="188640"/>
            </a:xfrm>
          </p:grpSpPr>
          <p:sp>
            <p:nvSpPr>
              <p:cNvPr id="166" name="Google Shape;463;p16"/>
              <p:cNvSpPr/>
              <p:nvPr/>
            </p:nvSpPr>
            <p:spPr>
              <a:xfrm>
                <a:off x="8646120" y="3685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464;p16"/>
              <p:cNvSpPr/>
              <p:nvPr/>
            </p:nvSpPr>
            <p:spPr>
              <a:xfrm>
                <a:off x="8715240" y="3685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465;p16"/>
              <p:cNvSpPr/>
              <p:nvPr/>
            </p:nvSpPr>
            <p:spPr>
              <a:xfrm>
                <a:off x="8575920" y="36853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466;p16"/>
              <p:cNvSpPr/>
              <p:nvPr/>
            </p:nvSpPr>
            <p:spPr>
              <a:xfrm>
                <a:off x="8663040" y="3667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467;p16"/>
              <p:cNvSpPr/>
              <p:nvPr/>
            </p:nvSpPr>
            <p:spPr>
              <a:xfrm>
                <a:off x="8663040" y="3737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468;p16"/>
              <p:cNvSpPr/>
              <p:nvPr/>
            </p:nvSpPr>
            <p:spPr>
              <a:xfrm>
                <a:off x="8663040" y="3596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2" name="Google Shape;469;p16"/>
            <p:cNvGrpSpPr/>
            <p:nvPr/>
          </p:nvGrpSpPr>
          <p:grpSpPr>
            <a:xfrm>
              <a:off x="8125560" y="4514040"/>
              <a:ext cx="187920" cy="188640"/>
              <a:chOff x="8125560" y="4514040"/>
              <a:chExt cx="187920" cy="188640"/>
            </a:xfrm>
          </p:grpSpPr>
          <p:sp>
            <p:nvSpPr>
              <p:cNvPr id="173" name="Google Shape;470;p16"/>
              <p:cNvSpPr/>
              <p:nvPr/>
            </p:nvSpPr>
            <p:spPr>
              <a:xfrm>
                <a:off x="819576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471;p16"/>
              <p:cNvSpPr/>
              <p:nvPr/>
            </p:nvSpPr>
            <p:spPr>
              <a:xfrm>
                <a:off x="82645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472;p16"/>
              <p:cNvSpPr/>
              <p:nvPr/>
            </p:nvSpPr>
            <p:spPr>
              <a:xfrm>
                <a:off x="812556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473;p16"/>
              <p:cNvSpPr/>
              <p:nvPr/>
            </p:nvSpPr>
            <p:spPr>
              <a:xfrm>
                <a:off x="821268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474;p16"/>
              <p:cNvSpPr/>
              <p:nvPr/>
            </p:nvSpPr>
            <p:spPr>
              <a:xfrm>
                <a:off x="821268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475;p16"/>
              <p:cNvSpPr/>
              <p:nvPr/>
            </p:nvSpPr>
            <p:spPr>
              <a:xfrm>
                <a:off x="821268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79" name="Google Shape;476;p16"/>
          <p:cNvGrpSpPr/>
          <p:nvPr/>
        </p:nvGrpSpPr>
        <p:grpSpPr>
          <a:xfrm>
            <a:off x="-1716120" y="-2044440"/>
            <a:ext cx="12416760" cy="8518320"/>
            <a:chOff x="-1716120" y="-2044440"/>
            <a:chExt cx="12416760" cy="8518320"/>
          </a:xfrm>
        </p:grpSpPr>
        <p:sp>
          <p:nvSpPr>
            <p:cNvPr id="180" name="Google Shape;477;p16"/>
            <p:cNvSpPr/>
            <p:nvPr/>
          </p:nvSpPr>
          <p:spPr>
            <a:xfrm rot="21259200">
              <a:off x="6875640" y="4133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478;p16"/>
            <p:cNvSpPr/>
            <p:nvPr/>
          </p:nvSpPr>
          <p:spPr>
            <a:xfrm rot="5400000" flipH="1">
              <a:off x="8348040" y="38948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479;p16"/>
            <p:cNvSpPr/>
            <p:nvPr/>
          </p:nvSpPr>
          <p:spPr>
            <a:xfrm rot="20088000">
              <a:off x="-221760" y="-1353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480;p16"/>
            <p:cNvSpPr/>
            <p:nvPr/>
          </p:nvSpPr>
          <p:spPr>
            <a:xfrm rot="14577600" flipH="1">
              <a:off x="-1103760" y="-875160"/>
              <a:ext cx="2064600" cy="2640240"/>
            </a:xfrm>
            <a:custGeom>
              <a:avLst/>
              <a:gdLst>
                <a:gd name="textAreaLeft" fmla="*/ 360 w 2064600"/>
                <a:gd name="textAreaRight" fmla="*/ 2065320 w 2064600"/>
                <a:gd name="textAreaTop" fmla="*/ 0 h 2640240"/>
                <a:gd name="textAreaBottom" fmla="*/ 2640600 h 26402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789480" y="1561320"/>
            <a:ext cx="2999520" cy="10627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185" name="Google Shape;484;p17"/>
          <p:cNvGrpSpPr/>
          <p:nvPr/>
        </p:nvGrpSpPr>
        <p:grpSpPr>
          <a:xfrm>
            <a:off x="301680" y="826200"/>
            <a:ext cx="8317080" cy="3826440"/>
            <a:chOff x="301680" y="826200"/>
            <a:chExt cx="8317080" cy="3826440"/>
          </a:xfrm>
        </p:grpSpPr>
        <p:grpSp>
          <p:nvGrpSpPr>
            <p:cNvPr id="186" name="Google Shape;485;p17"/>
            <p:cNvGrpSpPr/>
            <p:nvPr/>
          </p:nvGrpSpPr>
          <p:grpSpPr>
            <a:xfrm>
              <a:off x="8430840" y="3084840"/>
              <a:ext cx="187920" cy="188640"/>
              <a:chOff x="8430840" y="3084840"/>
              <a:chExt cx="187920" cy="188640"/>
            </a:xfrm>
          </p:grpSpPr>
          <p:sp>
            <p:nvSpPr>
              <p:cNvPr id="187" name="Google Shape;486;p17"/>
              <p:cNvSpPr/>
              <p:nvPr/>
            </p:nvSpPr>
            <p:spPr>
              <a:xfrm>
                <a:off x="8501040" y="3173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487;p17"/>
              <p:cNvSpPr/>
              <p:nvPr/>
            </p:nvSpPr>
            <p:spPr>
              <a:xfrm>
                <a:off x="8569800" y="3173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488;p17"/>
              <p:cNvSpPr/>
              <p:nvPr/>
            </p:nvSpPr>
            <p:spPr>
              <a:xfrm>
                <a:off x="8430840" y="3173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489;p17"/>
              <p:cNvSpPr/>
              <p:nvPr/>
            </p:nvSpPr>
            <p:spPr>
              <a:xfrm>
                <a:off x="8517960" y="315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490;p17"/>
              <p:cNvSpPr/>
              <p:nvPr/>
            </p:nvSpPr>
            <p:spPr>
              <a:xfrm>
                <a:off x="8517960" y="322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491;p17"/>
              <p:cNvSpPr/>
              <p:nvPr/>
            </p:nvSpPr>
            <p:spPr>
              <a:xfrm>
                <a:off x="8517960" y="3084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3" name="Google Shape;492;p17"/>
            <p:cNvGrpSpPr/>
            <p:nvPr/>
          </p:nvGrpSpPr>
          <p:grpSpPr>
            <a:xfrm>
              <a:off x="301680" y="1846080"/>
              <a:ext cx="187920" cy="188640"/>
              <a:chOff x="301680" y="1846080"/>
              <a:chExt cx="187920" cy="188640"/>
            </a:xfrm>
          </p:grpSpPr>
          <p:sp>
            <p:nvSpPr>
              <p:cNvPr id="194" name="Google Shape;493;p17"/>
              <p:cNvSpPr/>
              <p:nvPr/>
            </p:nvSpPr>
            <p:spPr>
              <a:xfrm>
                <a:off x="371880" y="1934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494;p17"/>
              <p:cNvSpPr/>
              <p:nvPr/>
            </p:nvSpPr>
            <p:spPr>
              <a:xfrm>
                <a:off x="440640" y="1934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495;p17"/>
              <p:cNvSpPr/>
              <p:nvPr/>
            </p:nvSpPr>
            <p:spPr>
              <a:xfrm>
                <a:off x="301680" y="1934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496;p17"/>
              <p:cNvSpPr/>
              <p:nvPr/>
            </p:nvSpPr>
            <p:spPr>
              <a:xfrm>
                <a:off x="388800" y="1917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497;p17"/>
              <p:cNvSpPr/>
              <p:nvPr/>
            </p:nvSpPr>
            <p:spPr>
              <a:xfrm>
                <a:off x="388800" y="1986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498;p17"/>
              <p:cNvSpPr/>
              <p:nvPr/>
            </p:nvSpPr>
            <p:spPr>
              <a:xfrm>
                <a:off x="388800" y="1846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0" name="Google Shape;499;p17"/>
            <p:cNvGrpSpPr/>
            <p:nvPr/>
          </p:nvGrpSpPr>
          <p:grpSpPr>
            <a:xfrm>
              <a:off x="7491240" y="4464000"/>
              <a:ext cx="187920" cy="188640"/>
              <a:chOff x="7491240" y="4464000"/>
              <a:chExt cx="187920" cy="188640"/>
            </a:xfrm>
          </p:grpSpPr>
          <p:sp>
            <p:nvSpPr>
              <p:cNvPr id="201" name="Google Shape;500;p17"/>
              <p:cNvSpPr/>
              <p:nvPr/>
            </p:nvSpPr>
            <p:spPr>
              <a:xfrm>
                <a:off x="7561440" y="4552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501;p17"/>
              <p:cNvSpPr/>
              <p:nvPr/>
            </p:nvSpPr>
            <p:spPr>
              <a:xfrm>
                <a:off x="7630200" y="4552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502;p17"/>
              <p:cNvSpPr/>
              <p:nvPr/>
            </p:nvSpPr>
            <p:spPr>
              <a:xfrm>
                <a:off x="7491240" y="4552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503;p17"/>
              <p:cNvSpPr/>
              <p:nvPr/>
            </p:nvSpPr>
            <p:spPr>
              <a:xfrm>
                <a:off x="7578360" y="4535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504;p17"/>
              <p:cNvSpPr/>
              <p:nvPr/>
            </p:nvSpPr>
            <p:spPr>
              <a:xfrm>
                <a:off x="7578360" y="4604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 name="Google Shape;505;p17"/>
              <p:cNvSpPr/>
              <p:nvPr/>
            </p:nvSpPr>
            <p:spPr>
              <a:xfrm>
                <a:off x="7578360" y="4464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7" name="Google Shape;506;p17"/>
            <p:cNvGrpSpPr/>
            <p:nvPr/>
          </p:nvGrpSpPr>
          <p:grpSpPr>
            <a:xfrm>
              <a:off x="1117080" y="826200"/>
              <a:ext cx="188280" cy="188280"/>
              <a:chOff x="1117080" y="826200"/>
              <a:chExt cx="188280" cy="188280"/>
            </a:xfrm>
          </p:grpSpPr>
          <p:sp>
            <p:nvSpPr>
              <p:cNvPr id="208" name="Google Shape;507;p17"/>
              <p:cNvSpPr/>
              <p:nvPr/>
            </p:nvSpPr>
            <p:spPr>
              <a:xfrm>
                <a:off x="1187280" y="914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508;p17"/>
              <p:cNvSpPr/>
              <p:nvPr/>
            </p:nvSpPr>
            <p:spPr>
              <a:xfrm>
                <a:off x="1256400" y="914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509;p17"/>
              <p:cNvSpPr/>
              <p:nvPr/>
            </p:nvSpPr>
            <p:spPr>
              <a:xfrm>
                <a:off x="1117080" y="914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510;p17"/>
              <p:cNvSpPr/>
              <p:nvPr/>
            </p:nvSpPr>
            <p:spPr>
              <a:xfrm>
                <a:off x="1204200" y="89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511;p17"/>
              <p:cNvSpPr/>
              <p:nvPr/>
            </p:nvSpPr>
            <p:spPr>
              <a:xfrm>
                <a:off x="1204200" y="966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512;p17"/>
              <p:cNvSpPr/>
              <p:nvPr/>
            </p:nvSpPr>
            <p:spPr>
              <a:xfrm>
                <a:off x="1204200" y="826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14" name="Google Shape;513;p17"/>
          <p:cNvGrpSpPr/>
          <p:nvPr/>
        </p:nvGrpSpPr>
        <p:grpSpPr>
          <a:xfrm>
            <a:off x="-2111760" y="-1271520"/>
            <a:ext cx="13027680" cy="8559360"/>
            <a:chOff x="-2111760" y="-1271520"/>
            <a:chExt cx="13027680" cy="8559360"/>
          </a:xfrm>
        </p:grpSpPr>
        <p:sp>
          <p:nvSpPr>
            <p:cNvPr id="215" name="Google Shape;514;p17"/>
            <p:cNvSpPr/>
            <p:nvPr/>
          </p:nvSpPr>
          <p:spPr>
            <a:xfrm rot="20101200">
              <a:off x="6413760" y="4441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515;p17"/>
            <p:cNvSpPr/>
            <p:nvPr/>
          </p:nvSpPr>
          <p:spPr>
            <a:xfrm rot="2215800" flipH="1">
              <a:off x="8265240" y="310896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516;p17"/>
            <p:cNvSpPr/>
            <p:nvPr/>
          </p:nvSpPr>
          <p:spPr>
            <a:xfrm rot="9868200">
              <a:off x="-1321920" y="-8118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517;p17"/>
            <p:cNvSpPr/>
            <p:nvPr/>
          </p:nvSpPr>
          <p:spPr>
            <a:xfrm rot="14292000" flipH="1">
              <a:off x="-1478160" y="-31320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2">
    <p:bg>
      <p:bgPr>
        <a:solidFill>
          <a:schemeClr val="lt1"/>
        </a:solidFill>
        <a:effectLst/>
      </p:bgPr>
    </p:bg>
    <p:spTree>
      <p:nvGrpSpPr>
        <p:cNvPr id="1" name=""/>
        <p:cNvGrpSpPr/>
        <p:nvPr/>
      </p:nvGrpSpPr>
      <p:grpSpPr>
        <a:xfrm>
          <a:off x="0" y="0"/>
          <a:ext cx="0" cy="0"/>
          <a:chOff x="0" y="0"/>
          <a:chExt cx="0" cy="0"/>
        </a:xfrm>
      </p:grpSpPr>
      <p:grpSp>
        <p:nvGrpSpPr>
          <p:cNvPr id="219" name="Google Shape;519;p18"/>
          <p:cNvGrpSpPr/>
          <p:nvPr/>
        </p:nvGrpSpPr>
        <p:grpSpPr>
          <a:xfrm>
            <a:off x="-2071800" y="-1757160"/>
            <a:ext cx="12767400" cy="8564760"/>
            <a:chOff x="-2071800" y="-1757160"/>
            <a:chExt cx="12767400" cy="8564760"/>
          </a:xfrm>
        </p:grpSpPr>
        <p:sp>
          <p:nvSpPr>
            <p:cNvPr id="220" name="Google Shape;520;p18"/>
            <p:cNvSpPr/>
            <p:nvPr/>
          </p:nvSpPr>
          <p:spPr>
            <a:xfrm rot="9868200">
              <a:off x="-690120" y="41875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521;p18"/>
            <p:cNvSpPr/>
            <p:nvPr/>
          </p:nvSpPr>
          <p:spPr>
            <a:xfrm rot="14292000" flipH="1">
              <a:off x="-1438200" y="365688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522;p18"/>
            <p:cNvSpPr/>
            <p:nvPr/>
          </p:nvSpPr>
          <p:spPr>
            <a:xfrm rot="1743000">
              <a:off x="6678000" y="-9878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523;p18"/>
            <p:cNvSpPr/>
            <p:nvPr/>
          </p:nvSpPr>
          <p:spPr>
            <a:xfrm rot="2215800" flipH="1">
              <a:off x="8044560" y="-4597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4" name="PlaceHolder 1"/>
          <p:cNvSpPr>
            <a:spLocks noGrp="1"/>
          </p:cNvSpPr>
          <p:nvPr>
            <p:ph type="title"/>
          </p:nvPr>
        </p:nvSpPr>
        <p:spPr>
          <a:xfrm>
            <a:off x="1024920" y="1878480"/>
            <a:ext cx="3580560" cy="5943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225" name="Google Shape;526;p18"/>
          <p:cNvGrpSpPr/>
          <p:nvPr/>
        </p:nvGrpSpPr>
        <p:grpSpPr>
          <a:xfrm>
            <a:off x="308520" y="292680"/>
            <a:ext cx="8121960" cy="3998880"/>
            <a:chOff x="308520" y="292680"/>
            <a:chExt cx="8121960" cy="3998880"/>
          </a:xfrm>
        </p:grpSpPr>
        <p:grpSp>
          <p:nvGrpSpPr>
            <p:cNvPr id="226" name="Google Shape;527;p18"/>
            <p:cNvGrpSpPr/>
            <p:nvPr/>
          </p:nvGrpSpPr>
          <p:grpSpPr>
            <a:xfrm>
              <a:off x="308520" y="3299400"/>
              <a:ext cx="188280" cy="188640"/>
              <a:chOff x="308520" y="3299400"/>
              <a:chExt cx="188280" cy="188640"/>
            </a:xfrm>
          </p:grpSpPr>
          <p:sp>
            <p:nvSpPr>
              <p:cNvPr id="227" name="Google Shape;528;p18"/>
              <p:cNvSpPr/>
              <p:nvPr/>
            </p:nvSpPr>
            <p:spPr>
              <a:xfrm>
                <a:off x="379080" y="3388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529;p18"/>
              <p:cNvSpPr/>
              <p:nvPr/>
            </p:nvSpPr>
            <p:spPr>
              <a:xfrm>
                <a:off x="447840" y="3388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530;p18"/>
              <p:cNvSpPr/>
              <p:nvPr/>
            </p:nvSpPr>
            <p:spPr>
              <a:xfrm>
                <a:off x="308520" y="33883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531;p18"/>
              <p:cNvSpPr/>
              <p:nvPr/>
            </p:nvSpPr>
            <p:spPr>
              <a:xfrm>
                <a:off x="395640" y="337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532;p18"/>
              <p:cNvSpPr/>
              <p:nvPr/>
            </p:nvSpPr>
            <p:spPr>
              <a:xfrm>
                <a:off x="395640" y="3440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533;p18"/>
              <p:cNvSpPr/>
              <p:nvPr/>
            </p:nvSpPr>
            <p:spPr>
              <a:xfrm>
                <a:off x="395640" y="329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3" name="Google Shape;534;p18"/>
            <p:cNvGrpSpPr/>
            <p:nvPr/>
          </p:nvGrpSpPr>
          <p:grpSpPr>
            <a:xfrm>
              <a:off x="1503360" y="4102920"/>
              <a:ext cx="187920" cy="188640"/>
              <a:chOff x="1503360" y="4102920"/>
              <a:chExt cx="187920" cy="188640"/>
            </a:xfrm>
          </p:grpSpPr>
          <p:sp>
            <p:nvSpPr>
              <p:cNvPr id="234" name="Google Shape;535;p18"/>
              <p:cNvSpPr/>
              <p:nvPr/>
            </p:nvSpPr>
            <p:spPr>
              <a:xfrm>
                <a:off x="1573560" y="419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536;p18"/>
              <p:cNvSpPr/>
              <p:nvPr/>
            </p:nvSpPr>
            <p:spPr>
              <a:xfrm>
                <a:off x="1642320" y="419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 name="Google Shape;537;p18"/>
              <p:cNvSpPr/>
              <p:nvPr/>
            </p:nvSpPr>
            <p:spPr>
              <a:xfrm>
                <a:off x="1503360" y="4191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 name="Google Shape;538;p18"/>
              <p:cNvSpPr/>
              <p:nvPr/>
            </p:nvSpPr>
            <p:spPr>
              <a:xfrm>
                <a:off x="1590480" y="4174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 name="Google Shape;539;p18"/>
              <p:cNvSpPr/>
              <p:nvPr/>
            </p:nvSpPr>
            <p:spPr>
              <a:xfrm>
                <a:off x="1590480" y="42436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 name="Google Shape;540;p18"/>
              <p:cNvSpPr/>
              <p:nvPr/>
            </p:nvSpPr>
            <p:spPr>
              <a:xfrm>
                <a:off x="1590480" y="4102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0" name="Google Shape;541;p18"/>
            <p:cNvGrpSpPr/>
            <p:nvPr/>
          </p:nvGrpSpPr>
          <p:grpSpPr>
            <a:xfrm>
              <a:off x="6885360" y="292680"/>
              <a:ext cx="188280" cy="188280"/>
              <a:chOff x="6885360" y="292680"/>
              <a:chExt cx="188280" cy="188280"/>
            </a:xfrm>
          </p:grpSpPr>
          <p:sp>
            <p:nvSpPr>
              <p:cNvPr id="241" name="Google Shape;542;p18"/>
              <p:cNvSpPr/>
              <p:nvPr/>
            </p:nvSpPr>
            <p:spPr>
              <a:xfrm>
                <a:off x="6955560" y="38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543;p18"/>
              <p:cNvSpPr/>
              <p:nvPr/>
            </p:nvSpPr>
            <p:spPr>
              <a:xfrm>
                <a:off x="7024680" y="38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544;p18"/>
              <p:cNvSpPr/>
              <p:nvPr/>
            </p:nvSpPr>
            <p:spPr>
              <a:xfrm>
                <a:off x="6885360" y="381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545;p18"/>
              <p:cNvSpPr/>
              <p:nvPr/>
            </p:nvSpPr>
            <p:spPr>
              <a:xfrm>
                <a:off x="6972480" y="363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546;p18"/>
              <p:cNvSpPr/>
              <p:nvPr/>
            </p:nvSpPr>
            <p:spPr>
              <a:xfrm>
                <a:off x="6972480" y="433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547;p18"/>
              <p:cNvSpPr/>
              <p:nvPr/>
            </p:nvSpPr>
            <p:spPr>
              <a:xfrm>
                <a:off x="6972480" y="292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7" name="Google Shape;548;p18"/>
            <p:cNvGrpSpPr/>
            <p:nvPr/>
          </p:nvGrpSpPr>
          <p:grpSpPr>
            <a:xfrm>
              <a:off x="8242560" y="2346840"/>
              <a:ext cx="187920" cy="188280"/>
              <a:chOff x="8242560" y="2346840"/>
              <a:chExt cx="187920" cy="188280"/>
            </a:xfrm>
          </p:grpSpPr>
          <p:sp>
            <p:nvSpPr>
              <p:cNvPr id="248" name="Google Shape;549;p18"/>
              <p:cNvSpPr/>
              <p:nvPr/>
            </p:nvSpPr>
            <p:spPr>
              <a:xfrm>
                <a:off x="8312760" y="2435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550;p18"/>
              <p:cNvSpPr/>
              <p:nvPr/>
            </p:nvSpPr>
            <p:spPr>
              <a:xfrm>
                <a:off x="8381520" y="2435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551;p18"/>
              <p:cNvSpPr/>
              <p:nvPr/>
            </p:nvSpPr>
            <p:spPr>
              <a:xfrm>
                <a:off x="8242560" y="2435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552;p18"/>
              <p:cNvSpPr/>
              <p:nvPr/>
            </p:nvSpPr>
            <p:spPr>
              <a:xfrm>
                <a:off x="8329680" y="241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553;p18"/>
              <p:cNvSpPr/>
              <p:nvPr/>
            </p:nvSpPr>
            <p:spPr>
              <a:xfrm>
                <a:off x="8329680" y="2487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554;p18"/>
              <p:cNvSpPr/>
              <p:nvPr/>
            </p:nvSpPr>
            <p:spPr>
              <a:xfrm>
                <a:off x="8329680" y="2346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254" name="PlaceHolder 1"/>
          <p:cNvSpPr>
            <a:spLocks noGrp="1"/>
          </p:cNvSpPr>
          <p:nvPr>
            <p:ph type="title"/>
          </p:nvPr>
        </p:nvSpPr>
        <p:spPr>
          <a:xfrm>
            <a:off x="5360760" y="1550160"/>
            <a:ext cx="2838240" cy="108000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255" name="Google Shape;558;p19"/>
          <p:cNvGrpSpPr/>
          <p:nvPr/>
        </p:nvGrpSpPr>
        <p:grpSpPr>
          <a:xfrm>
            <a:off x="-1251000" y="-1383480"/>
            <a:ext cx="12123360" cy="8462880"/>
            <a:chOff x="-1251000" y="-1383480"/>
            <a:chExt cx="12123360" cy="8462880"/>
          </a:xfrm>
        </p:grpSpPr>
        <p:sp>
          <p:nvSpPr>
            <p:cNvPr id="256" name="Google Shape;559;p19"/>
            <p:cNvSpPr/>
            <p:nvPr/>
          </p:nvSpPr>
          <p:spPr>
            <a:xfrm rot="8640000" flipH="1">
              <a:off x="-672120" y="39643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560;p19"/>
            <p:cNvSpPr/>
            <p:nvPr/>
          </p:nvSpPr>
          <p:spPr>
            <a:xfrm rot="2215800" flipH="1">
              <a:off x="8221680" y="-460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561;p19"/>
            <p:cNvSpPr/>
            <p:nvPr/>
          </p:nvSpPr>
          <p:spPr>
            <a:xfrm rot="1717800">
              <a:off x="6779880" y="-6224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562;p19"/>
            <p:cNvSpPr/>
            <p:nvPr/>
          </p:nvSpPr>
          <p:spPr>
            <a:xfrm rot="9868200">
              <a:off x="-1029600" y="4459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0" name="Google Shape;563;p19"/>
          <p:cNvGrpSpPr/>
          <p:nvPr/>
        </p:nvGrpSpPr>
        <p:grpSpPr>
          <a:xfrm>
            <a:off x="417960" y="539640"/>
            <a:ext cx="7449480" cy="4068720"/>
            <a:chOff x="417960" y="539640"/>
            <a:chExt cx="7449480" cy="4068720"/>
          </a:xfrm>
        </p:grpSpPr>
        <p:grpSp>
          <p:nvGrpSpPr>
            <p:cNvPr id="261" name="Google Shape;564;p19"/>
            <p:cNvGrpSpPr/>
            <p:nvPr/>
          </p:nvGrpSpPr>
          <p:grpSpPr>
            <a:xfrm>
              <a:off x="417960" y="3939120"/>
              <a:ext cx="187920" cy="188640"/>
              <a:chOff x="417960" y="3939120"/>
              <a:chExt cx="187920" cy="188640"/>
            </a:xfrm>
          </p:grpSpPr>
          <p:sp>
            <p:nvSpPr>
              <p:cNvPr id="262" name="Google Shape;565;p19"/>
              <p:cNvSpPr/>
              <p:nvPr/>
            </p:nvSpPr>
            <p:spPr>
              <a:xfrm>
                <a:off x="488160" y="4027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 name="Google Shape;566;p19"/>
              <p:cNvSpPr/>
              <p:nvPr/>
            </p:nvSpPr>
            <p:spPr>
              <a:xfrm>
                <a:off x="556920" y="4027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 name="Google Shape;567;p19"/>
              <p:cNvSpPr/>
              <p:nvPr/>
            </p:nvSpPr>
            <p:spPr>
              <a:xfrm>
                <a:off x="417960" y="4027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568;p19"/>
              <p:cNvSpPr/>
              <p:nvPr/>
            </p:nvSpPr>
            <p:spPr>
              <a:xfrm>
                <a:off x="505080" y="4010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569;p19"/>
              <p:cNvSpPr/>
              <p:nvPr/>
            </p:nvSpPr>
            <p:spPr>
              <a:xfrm>
                <a:off x="505080" y="4079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570;p19"/>
              <p:cNvSpPr/>
              <p:nvPr/>
            </p:nvSpPr>
            <p:spPr>
              <a:xfrm>
                <a:off x="505080" y="3939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8" name="Google Shape;571;p19"/>
            <p:cNvGrpSpPr/>
            <p:nvPr/>
          </p:nvGrpSpPr>
          <p:grpSpPr>
            <a:xfrm>
              <a:off x="1356120" y="4419720"/>
              <a:ext cx="188280" cy="188640"/>
              <a:chOff x="1356120" y="4419720"/>
              <a:chExt cx="188280" cy="188640"/>
            </a:xfrm>
          </p:grpSpPr>
          <p:sp>
            <p:nvSpPr>
              <p:cNvPr id="269" name="Google Shape;572;p19"/>
              <p:cNvSpPr/>
              <p:nvPr/>
            </p:nvSpPr>
            <p:spPr>
              <a:xfrm>
                <a:off x="142632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573;p19"/>
              <p:cNvSpPr/>
              <p:nvPr/>
            </p:nvSpPr>
            <p:spPr>
              <a:xfrm>
                <a:off x="149544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574;p19"/>
              <p:cNvSpPr/>
              <p:nvPr/>
            </p:nvSpPr>
            <p:spPr>
              <a:xfrm>
                <a:off x="135612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575;p19"/>
              <p:cNvSpPr/>
              <p:nvPr/>
            </p:nvSpPr>
            <p:spPr>
              <a:xfrm>
                <a:off x="144324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576;p19"/>
              <p:cNvSpPr/>
              <p:nvPr/>
            </p:nvSpPr>
            <p:spPr>
              <a:xfrm>
                <a:off x="144324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577;p19"/>
              <p:cNvSpPr/>
              <p:nvPr/>
            </p:nvSpPr>
            <p:spPr>
              <a:xfrm>
                <a:off x="144324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5" name="Google Shape;578;p19"/>
            <p:cNvGrpSpPr/>
            <p:nvPr/>
          </p:nvGrpSpPr>
          <p:grpSpPr>
            <a:xfrm>
              <a:off x="6841440" y="539640"/>
              <a:ext cx="187920" cy="188280"/>
              <a:chOff x="6841440" y="539640"/>
              <a:chExt cx="187920" cy="188280"/>
            </a:xfrm>
          </p:grpSpPr>
          <p:sp>
            <p:nvSpPr>
              <p:cNvPr id="276" name="Google Shape;579;p19"/>
              <p:cNvSpPr/>
              <p:nvPr/>
            </p:nvSpPr>
            <p:spPr>
              <a:xfrm>
                <a:off x="6911640" y="628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580;p19"/>
              <p:cNvSpPr/>
              <p:nvPr/>
            </p:nvSpPr>
            <p:spPr>
              <a:xfrm>
                <a:off x="6980400" y="628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581;p19"/>
              <p:cNvSpPr/>
              <p:nvPr/>
            </p:nvSpPr>
            <p:spPr>
              <a:xfrm>
                <a:off x="6841440" y="628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 name="Google Shape;582;p19"/>
              <p:cNvSpPr/>
              <p:nvPr/>
            </p:nvSpPr>
            <p:spPr>
              <a:xfrm>
                <a:off x="6928560" y="610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583;p19"/>
              <p:cNvSpPr/>
              <p:nvPr/>
            </p:nvSpPr>
            <p:spPr>
              <a:xfrm>
                <a:off x="6928560" y="680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584;p19"/>
              <p:cNvSpPr/>
              <p:nvPr/>
            </p:nvSpPr>
            <p:spPr>
              <a:xfrm>
                <a:off x="6928560" y="53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2" name="Google Shape;585;p19"/>
            <p:cNvGrpSpPr/>
            <p:nvPr/>
          </p:nvGrpSpPr>
          <p:grpSpPr>
            <a:xfrm>
              <a:off x="7679520" y="912240"/>
              <a:ext cx="187920" cy="188640"/>
              <a:chOff x="7679520" y="912240"/>
              <a:chExt cx="187920" cy="188640"/>
            </a:xfrm>
          </p:grpSpPr>
          <p:sp>
            <p:nvSpPr>
              <p:cNvPr id="283" name="Google Shape;586;p19"/>
              <p:cNvSpPr/>
              <p:nvPr/>
            </p:nvSpPr>
            <p:spPr>
              <a:xfrm>
                <a:off x="7749720" y="100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587;p19"/>
              <p:cNvSpPr/>
              <p:nvPr/>
            </p:nvSpPr>
            <p:spPr>
              <a:xfrm>
                <a:off x="7818480" y="100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588;p19"/>
              <p:cNvSpPr/>
              <p:nvPr/>
            </p:nvSpPr>
            <p:spPr>
              <a:xfrm>
                <a:off x="7679520" y="1000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589;p19"/>
              <p:cNvSpPr/>
              <p:nvPr/>
            </p:nvSpPr>
            <p:spPr>
              <a:xfrm>
                <a:off x="7766640" y="983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590;p19"/>
              <p:cNvSpPr/>
              <p:nvPr/>
            </p:nvSpPr>
            <p:spPr>
              <a:xfrm>
                <a:off x="7766640" y="1053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591;p19"/>
              <p:cNvSpPr/>
              <p:nvPr/>
            </p:nvSpPr>
            <p:spPr>
              <a:xfrm>
                <a:off x="7766640" y="912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90" name="Google Shape;595;p20"/>
          <p:cNvGrpSpPr/>
          <p:nvPr/>
        </p:nvGrpSpPr>
        <p:grpSpPr>
          <a:xfrm>
            <a:off x="1601640" y="828360"/>
            <a:ext cx="6996600" cy="4123080"/>
            <a:chOff x="1601640" y="828360"/>
            <a:chExt cx="6996600" cy="4123080"/>
          </a:xfrm>
        </p:grpSpPr>
        <p:grpSp>
          <p:nvGrpSpPr>
            <p:cNvPr id="291" name="Google Shape;596;p20"/>
            <p:cNvGrpSpPr/>
            <p:nvPr/>
          </p:nvGrpSpPr>
          <p:grpSpPr>
            <a:xfrm>
              <a:off x="8410320" y="1617480"/>
              <a:ext cx="187920" cy="188640"/>
              <a:chOff x="8410320" y="1617480"/>
              <a:chExt cx="187920" cy="188640"/>
            </a:xfrm>
          </p:grpSpPr>
          <p:sp>
            <p:nvSpPr>
              <p:cNvPr id="292" name="Google Shape;597;p20"/>
              <p:cNvSpPr/>
              <p:nvPr/>
            </p:nvSpPr>
            <p:spPr>
              <a:xfrm>
                <a:off x="848052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598;p20"/>
              <p:cNvSpPr/>
              <p:nvPr/>
            </p:nvSpPr>
            <p:spPr>
              <a:xfrm>
                <a:off x="854928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599;p20"/>
              <p:cNvSpPr/>
              <p:nvPr/>
            </p:nvSpPr>
            <p:spPr>
              <a:xfrm>
                <a:off x="8410320" y="1706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600;p20"/>
              <p:cNvSpPr/>
              <p:nvPr/>
            </p:nvSpPr>
            <p:spPr>
              <a:xfrm>
                <a:off x="8497440" y="1688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601;p20"/>
              <p:cNvSpPr/>
              <p:nvPr/>
            </p:nvSpPr>
            <p:spPr>
              <a:xfrm>
                <a:off x="8497440" y="1758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602;p20"/>
              <p:cNvSpPr/>
              <p:nvPr/>
            </p:nvSpPr>
            <p:spPr>
              <a:xfrm>
                <a:off x="8497440" y="161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8" name="Google Shape;603;p20"/>
            <p:cNvGrpSpPr/>
            <p:nvPr/>
          </p:nvGrpSpPr>
          <p:grpSpPr>
            <a:xfrm>
              <a:off x="2103840" y="4763160"/>
              <a:ext cx="187920" cy="188280"/>
              <a:chOff x="2103840" y="4763160"/>
              <a:chExt cx="187920" cy="188280"/>
            </a:xfrm>
          </p:grpSpPr>
          <p:sp>
            <p:nvSpPr>
              <p:cNvPr id="299" name="Google Shape;604;p20"/>
              <p:cNvSpPr/>
              <p:nvPr/>
            </p:nvSpPr>
            <p:spPr>
              <a:xfrm>
                <a:off x="2174040" y="4851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605;p20"/>
              <p:cNvSpPr/>
              <p:nvPr/>
            </p:nvSpPr>
            <p:spPr>
              <a:xfrm>
                <a:off x="2242800" y="4851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606;p20"/>
              <p:cNvSpPr/>
              <p:nvPr/>
            </p:nvSpPr>
            <p:spPr>
              <a:xfrm>
                <a:off x="2103840" y="4851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607;p20"/>
              <p:cNvSpPr/>
              <p:nvPr/>
            </p:nvSpPr>
            <p:spPr>
              <a:xfrm>
                <a:off x="2190960" y="483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608;p20"/>
              <p:cNvSpPr/>
              <p:nvPr/>
            </p:nvSpPr>
            <p:spPr>
              <a:xfrm>
                <a:off x="2190960" y="49035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609;p20"/>
              <p:cNvSpPr/>
              <p:nvPr/>
            </p:nvSpPr>
            <p:spPr>
              <a:xfrm>
                <a:off x="2190960" y="4763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5" name="Google Shape;610;p20"/>
            <p:cNvGrpSpPr/>
            <p:nvPr/>
          </p:nvGrpSpPr>
          <p:grpSpPr>
            <a:xfrm>
              <a:off x="1601640" y="4608720"/>
              <a:ext cx="188280" cy="188280"/>
              <a:chOff x="1601640" y="4608720"/>
              <a:chExt cx="188280" cy="188280"/>
            </a:xfrm>
          </p:grpSpPr>
          <p:sp>
            <p:nvSpPr>
              <p:cNvPr id="306" name="Google Shape;611;p20"/>
              <p:cNvSpPr/>
              <p:nvPr/>
            </p:nvSpPr>
            <p:spPr>
              <a:xfrm>
                <a:off x="167220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612;p20"/>
              <p:cNvSpPr/>
              <p:nvPr/>
            </p:nvSpPr>
            <p:spPr>
              <a:xfrm>
                <a:off x="174096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613;p20"/>
              <p:cNvSpPr/>
              <p:nvPr/>
            </p:nvSpPr>
            <p:spPr>
              <a:xfrm>
                <a:off x="160164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614;p20"/>
              <p:cNvSpPr/>
              <p:nvPr/>
            </p:nvSpPr>
            <p:spPr>
              <a:xfrm>
                <a:off x="168912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615;p20"/>
              <p:cNvSpPr/>
              <p:nvPr/>
            </p:nvSpPr>
            <p:spPr>
              <a:xfrm>
                <a:off x="168912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616;p20"/>
              <p:cNvSpPr/>
              <p:nvPr/>
            </p:nvSpPr>
            <p:spPr>
              <a:xfrm>
                <a:off x="168912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2" name="Google Shape;617;p20"/>
            <p:cNvGrpSpPr/>
            <p:nvPr/>
          </p:nvGrpSpPr>
          <p:grpSpPr>
            <a:xfrm>
              <a:off x="7931880" y="828360"/>
              <a:ext cx="188280" cy="188640"/>
              <a:chOff x="7931880" y="828360"/>
              <a:chExt cx="188280" cy="188640"/>
            </a:xfrm>
          </p:grpSpPr>
          <p:sp>
            <p:nvSpPr>
              <p:cNvPr id="313" name="Google Shape;618;p20"/>
              <p:cNvSpPr/>
              <p:nvPr/>
            </p:nvSpPr>
            <p:spPr>
              <a:xfrm>
                <a:off x="800244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619;p20"/>
              <p:cNvSpPr/>
              <p:nvPr/>
            </p:nvSpPr>
            <p:spPr>
              <a:xfrm>
                <a:off x="807120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620;p20"/>
              <p:cNvSpPr/>
              <p:nvPr/>
            </p:nvSpPr>
            <p:spPr>
              <a:xfrm>
                <a:off x="7931880" y="916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6" name="Google Shape;621;p20"/>
              <p:cNvSpPr/>
              <p:nvPr/>
            </p:nvSpPr>
            <p:spPr>
              <a:xfrm>
                <a:off x="8019000" y="89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622;p20"/>
              <p:cNvSpPr/>
              <p:nvPr/>
            </p:nvSpPr>
            <p:spPr>
              <a:xfrm>
                <a:off x="8019000" y="96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623;p20"/>
              <p:cNvSpPr/>
              <p:nvPr/>
            </p:nvSpPr>
            <p:spPr>
              <a:xfrm>
                <a:off x="8019000" y="828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19" name="Google Shape;624;p20"/>
          <p:cNvGrpSpPr/>
          <p:nvPr/>
        </p:nvGrpSpPr>
        <p:grpSpPr>
          <a:xfrm>
            <a:off x="-1311480" y="-1987560"/>
            <a:ext cx="11986560" cy="9746280"/>
            <a:chOff x="-1311480" y="-1987560"/>
            <a:chExt cx="11986560" cy="9746280"/>
          </a:xfrm>
        </p:grpSpPr>
        <p:sp>
          <p:nvSpPr>
            <p:cNvPr id="320" name="Google Shape;625;p20"/>
            <p:cNvSpPr/>
            <p:nvPr/>
          </p:nvSpPr>
          <p:spPr>
            <a:xfrm rot="20028600" flipH="1">
              <a:off x="8133480" y="-7804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626;p20"/>
            <p:cNvSpPr/>
            <p:nvPr/>
          </p:nvSpPr>
          <p:spPr>
            <a:xfrm rot="12402600">
              <a:off x="6073920" y="-1265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627;p20"/>
            <p:cNvSpPr/>
            <p:nvPr/>
          </p:nvSpPr>
          <p:spPr>
            <a:xfrm rot="2474400">
              <a:off x="-183960" y="4637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628;p20"/>
            <p:cNvSpPr/>
            <p:nvPr/>
          </p:nvSpPr>
          <p:spPr>
            <a:xfrm rot="8752800" flipH="1">
              <a:off x="-748800" y="41119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24" name="PlaceHolder 1"/>
          <p:cNvSpPr>
            <a:spLocks noGrp="1"/>
          </p:cNvSpPr>
          <p:nvPr>
            <p:ph type="title"/>
          </p:nvPr>
        </p:nvSpPr>
        <p:spPr>
          <a:xfrm>
            <a:off x="4645080" y="3025800"/>
            <a:ext cx="3785400" cy="1229040"/>
          </a:xfrm>
          <a:prstGeom prst="rect">
            <a:avLst/>
          </a:prstGeom>
          <a:noFill/>
          <a:ln w="0">
            <a:noFill/>
          </a:ln>
        </p:spPr>
        <p:txBody>
          <a:bodyPr lIns="91440" tIns="91440" rIns="91440" bIns="91440" anchor="b">
            <a:noAutofit/>
          </a:bodyPr>
          <a:lstStyle/>
          <a:p>
            <a:pPr indent="0">
              <a:buNone/>
            </a:pPr>
            <a:r>
              <a:rPr lang="fr-FR" sz="3700" b="0" u="none" strike="noStrike">
                <a:solidFill>
                  <a:schemeClr val="dk1"/>
                </a:solidFill>
                <a:effectLst/>
                <a:uFillTx/>
                <a:latin typeface="Arial"/>
              </a:rPr>
              <a:t>Click to edit the title text format</a:t>
            </a:r>
          </a:p>
        </p:txBody>
      </p:sp>
      <p:sp>
        <p:nvSpPr>
          <p:cNvPr id="325" name="PlaceHolder 2"/>
          <p:cNvSpPr>
            <a:spLocks noGrp="1"/>
          </p:cNvSpPr>
          <p:nvPr>
            <p:ph type="title"/>
          </p:nvPr>
        </p:nvSpPr>
        <p:spPr>
          <a:xfrm>
            <a:off x="4645080" y="2373120"/>
            <a:ext cx="1621440" cy="652320"/>
          </a:xfrm>
          <a:prstGeom prst="rect">
            <a:avLst/>
          </a:prstGeom>
          <a:noFill/>
          <a:ln w="0">
            <a:noFill/>
          </a:ln>
        </p:spPr>
        <p:txBody>
          <a:bodyPr lIns="91440" tIns="91440" rIns="91440" bIns="91440" anchor="ctr">
            <a:noAutofit/>
          </a:bodyPr>
          <a:lstStyle/>
          <a:p>
            <a:pPr indent="0">
              <a:lnSpc>
                <a:spcPct val="100000"/>
              </a:lnSpc>
              <a:buNone/>
            </a:pPr>
            <a:r>
              <a:rPr lang="fr-FR" sz="3700" b="0" u="none" strike="noStrike">
                <a:solidFill>
                  <a:schemeClr val="dk1"/>
                </a:solidFill>
                <a:effectLst/>
                <a:uFillTx/>
                <a:latin typeface="Plus Jakarta Sans ExtraBold"/>
                <a:ea typeface="Plus Jakarta Sans ExtraBold"/>
              </a:rPr>
              <a:t>xx%</a:t>
            </a:r>
            <a:endParaRPr lang="fr-FR" sz="3700" b="0" u="none" strike="noStrike">
              <a:solidFill>
                <a:schemeClr val="dk1"/>
              </a:solidFill>
              <a:effectLst/>
              <a:uFillTx/>
              <a:latin typeface="Arial"/>
            </a:endParaRPr>
          </a:p>
        </p:txBody>
      </p:sp>
      <p:grpSp>
        <p:nvGrpSpPr>
          <p:cNvPr id="326" name="Google Shape;40;p3"/>
          <p:cNvGrpSpPr/>
          <p:nvPr/>
        </p:nvGrpSpPr>
        <p:grpSpPr>
          <a:xfrm>
            <a:off x="-1506960" y="-2240280"/>
            <a:ext cx="12706920" cy="10474920"/>
            <a:chOff x="-1506960" y="-2240280"/>
            <a:chExt cx="12706920" cy="10474920"/>
          </a:xfrm>
        </p:grpSpPr>
        <p:sp>
          <p:nvSpPr>
            <p:cNvPr id="327" name="Google Shape;41;p3"/>
            <p:cNvSpPr/>
            <p:nvPr/>
          </p:nvSpPr>
          <p:spPr>
            <a:xfrm rot="953400">
              <a:off x="6283080" y="-1026720"/>
              <a:ext cx="4294440" cy="2322720"/>
            </a:xfrm>
            <a:custGeom>
              <a:avLst/>
              <a:gdLst>
                <a:gd name="textAreaLeft" fmla="*/ 0 w 4294440"/>
                <a:gd name="textAreaRight" fmla="*/ 4294800 w 4294440"/>
                <a:gd name="textAreaTop" fmla="*/ 0 h 2322720"/>
                <a:gd name="textAreaBottom" fmla="*/ 2323080 h 232272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8" name="Google Shape;42;p3"/>
            <p:cNvSpPr/>
            <p:nvPr/>
          </p:nvSpPr>
          <p:spPr>
            <a:xfrm rot="20984400" flipH="1">
              <a:off x="7799760" y="-1997640"/>
              <a:ext cx="3074760" cy="3931560"/>
            </a:xfrm>
            <a:custGeom>
              <a:avLst/>
              <a:gdLst>
                <a:gd name="textAreaLeft" fmla="*/ -360 w 3074760"/>
                <a:gd name="textAreaRight" fmla="*/ 3074760 w 3074760"/>
                <a:gd name="textAreaTop" fmla="*/ 0 h 3931560"/>
                <a:gd name="textAreaBottom" fmla="*/ 3931920 h 393156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43;p3"/>
            <p:cNvSpPr/>
            <p:nvPr/>
          </p:nvSpPr>
          <p:spPr>
            <a:xfrm rot="9311400" flipH="1">
              <a:off x="-824760" y="3840120"/>
              <a:ext cx="3074760" cy="3930840"/>
            </a:xfrm>
            <a:custGeom>
              <a:avLst/>
              <a:gdLst>
                <a:gd name="textAreaLeft" fmla="*/ -360 w 3074760"/>
                <a:gd name="textAreaRight" fmla="*/ 3074760 w 3074760"/>
                <a:gd name="textAreaTop" fmla="*/ 0 h 3930840"/>
                <a:gd name="textAreaBottom" fmla="*/ 3931200 h 39308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0" name="Google Shape;44;p3"/>
          <p:cNvGrpSpPr/>
          <p:nvPr/>
        </p:nvGrpSpPr>
        <p:grpSpPr>
          <a:xfrm>
            <a:off x="1060200" y="653760"/>
            <a:ext cx="7558920" cy="3928680"/>
            <a:chOff x="1060200" y="653760"/>
            <a:chExt cx="7558920" cy="3928680"/>
          </a:xfrm>
        </p:grpSpPr>
        <p:grpSp>
          <p:nvGrpSpPr>
            <p:cNvPr id="331" name="Google Shape;45;p3"/>
            <p:cNvGrpSpPr/>
            <p:nvPr/>
          </p:nvGrpSpPr>
          <p:grpSpPr>
            <a:xfrm>
              <a:off x="6834960" y="653760"/>
              <a:ext cx="188280" cy="188640"/>
              <a:chOff x="6834960" y="653760"/>
              <a:chExt cx="188280" cy="188640"/>
            </a:xfrm>
          </p:grpSpPr>
          <p:sp>
            <p:nvSpPr>
              <p:cNvPr id="332" name="Google Shape;46;p3"/>
              <p:cNvSpPr/>
              <p:nvPr/>
            </p:nvSpPr>
            <p:spPr>
              <a:xfrm>
                <a:off x="6905160" y="742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47;p3"/>
              <p:cNvSpPr/>
              <p:nvPr/>
            </p:nvSpPr>
            <p:spPr>
              <a:xfrm>
                <a:off x="6974280" y="742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48;p3"/>
              <p:cNvSpPr/>
              <p:nvPr/>
            </p:nvSpPr>
            <p:spPr>
              <a:xfrm>
                <a:off x="6834960" y="742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49;p3"/>
              <p:cNvSpPr/>
              <p:nvPr/>
            </p:nvSpPr>
            <p:spPr>
              <a:xfrm>
                <a:off x="6922080" y="725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50;p3"/>
              <p:cNvSpPr/>
              <p:nvPr/>
            </p:nvSpPr>
            <p:spPr>
              <a:xfrm>
                <a:off x="6922080" y="794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7" name="Google Shape;51;p3"/>
              <p:cNvSpPr/>
              <p:nvPr/>
            </p:nvSpPr>
            <p:spPr>
              <a:xfrm>
                <a:off x="6922080" y="65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8" name="Google Shape;52;p3"/>
            <p:cNvGrpSpPr/>
            <p:nvPr/>
          </p:nvGrpSpPr>
          <p:grpSpPr>
            <a:xfrm>
              <a:off x="2989440" y="4393800"/>
              <a:ext cx="188280" cy="188640"/>
              <a:chOff x="2989440" y="4393800"/>
              <a:chExt cx="188280" cy="188640"/>
            </a:xfrm>
          </p:grpSpPr>
          <p:sp>
            <p:nvSpPr>
              <p:cNvPr id="339" name="Google Shape;53;p3"/>
              <p:cNvSpPr/>
              <p:nvPr/>
            </p:nvSpPr>
            <p:spPr>
              <a:xfrm>
                <a:off x="3059640" y="448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54;p3"/>
              <p:cNvSpPr/>
              <p:nvPr/>
            </p:nvSpPr>
            <p:spPr>
              <a:xfrm>
                <a:off x="3128760" y="448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1" name="Google Shape;55;p3"/>
              <p:cNvSpPr/>
              <p:nvPr/>
            </p:nvSpPr>
            <p:spPr>
              <a:xfrm>
                <a:off x="2989440" y="4482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2" name="Google Shape;56;p3"/>
              <p:cNvSpPr/>
              <p:nvPr/>
            </p:nvSpPr>
            <p:spPr>
              <a:xfrm>
                <a:off x="3076560" y="446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57;p3"/>
              <p:cNvSpPr/>
              <p:nvPr/>
            </p:nvSpPr>
            <p:spPr>
              <a:xfrm>
                <a:off x="3076560" y="45345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58;p3"/>
              <p:cNvSpPr/>
              <p:nvPr/>
            </p:nvSpPr>
            <p:spPr>
              <a:xfrm>
                <a:off x="3076560" y="4393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5" name="Google Shape;59;p3"/>
            <p:cNvGrpSpPr/>
            <p:nvPr/>
          </p:nvGrpSpPr>
          <p:grpSpPr>
            <a:xfrm>
              <a:off x="1060200" y="4077720"/>
              <a:ext cx="326520" cy="327960"/>
              <a:chOff x="1060200" y="4077720"/>
              <a:chExt cx="326520" cy="327960"/>
            </a:xfrm>
          </p:grpSpPr>
          <p:sp>
            <p:nvSpPr>
              <p:cNvPr id="346" name="Google Shape;60;p3"/>
              <p:cNvSpPr/>
              <p:nvPr/>
            </p:nvSpPr>
            <p:spPr>
              <a:xfrm>
                <a:off x="1201320" y="4236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61;p3"/>
              <p:cNvSpPr/>
              <p:nvPr/>
            </p:nvSpPr>
            <p:spPr>
              <a:xfrm>
                <a:off x="1270080" y="4236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8" name="Google Shape;62;p3"/>
              <p:cNvSpPr/>
              <p:nvPr/>
            </p:nvSpPr>
            <p:spPr>
              <a:xfrm>
                <a:off x="1338840" y="4236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63;p3"/>
              <p:cNvSpPr/>
              <p:nvPr/>
            </p:nvSpPr>
            <p:spPr>
              <a:xfrm>
                <a:off x="1130760" y="4236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64;p3"/>
              <p:cNvSpPr/>
              <p:nvPr/>
            </p:nvSpPr>
            <p:spPr>
              <a:xfrm>
                <a:off x="1060200" y="4236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1" name="Google Shape;65;p3"/>
              <p:cNvSpPr/>
              <p:nvPr/>
            </p:nvSpPr>
            <p:spPr>
              <a:xfrm>
                <a:off x="1218600" y="4219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2" name="Google Shape;66;p3"/>
              <p:cNvSpPr/>
              <p:nvPr/>
            </p:nvSpPr>
            <p:spPr>
              <a:xfrm>
                <a:off x="1218600" y="4288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67;p3"/>
              <p:cNvSpPr/>
              <p:nvPr/>
            </p:nvSpPr>
            <p:spPr>
              <a:xfrm>
                <a:off x="1218600" y="4356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68;p3"/>
              <p:cNvSpPr/>
              <p:nvPr/>
            </p:nvSpPr>
            <p:spPr>
              <a:xfrm>
                <a:off x="1218600" y="4147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69;p3"/>
              <p:cNvSpPr/>
              <p:nvPr/>
            </p:nvSpPr>
            <p:spPr>
              <a:xfrm>
                <a:off x="1218600" y="4077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56" name="Google Shape;70;p3"/>
            <p:cNvGrpSpPr/>
            <p:nvPr/>
          </p:nvGrpSpPr>
          <p:grpSpPr>
            <a:xfrm>
              <a:off x="8430840" y="1758240"/>
              <a:ext cx="188280" cy="188640"/>
              <a:chOff x="8430840" y="1758240"/>
              <a:chExt cx="188280" cy="188640"/>
            </a:xfrm>
          </p:grpSpPr>
          <p:sp>
            <p:nvSpPr>
              <p:cNvPr id="357" name="Google Shape;71;p3"/>
              <p:cNvSpPr/>
              <p:nvPr/>
            </p:nvSpPr>
            <p:spPr>
              <a:xfrm>
                <a:off x="8501040" y="1846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8" name="Google Shape;72;p3"/>
              <p:cNvSpPr/>
              <p:nvPr/>
            </p:nvSpPr>
            <p:spPr>
              <a:xfrm>
                <a:off x="8570160" y="1846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73;p3"/>
              <p:cNvSpPr/>
              <p:nvPr/>
            </p:nvSpPr>
            <p:spPr>
              <a:xfrm>
                <a:off x="8430840" y="1846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74;p3"/>
              <p:cNvSpPr/>
              <p:nvPr/>
            </p:nvSpPr>
            <p:spPr>
              <a:xfrm>
                <a:off x="8517960" y="1829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1" name="Google Shape;75;p3"/>
              <p:cNvSpPr/>
              <p:nvPr/>
            </p:nvSpPr>
            <p:spPr>
              <a:xfrm>
                <a:off x="8517960" y="1899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76;p3"/>
              <p:cNvSpPr/>
              <p:nvPr/>
            </p:nvSpPr>
            <p:spPr>
              <a:xfrm>
                <a:off x="8517960" y="1758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2">
    <p:bg>
      <p:bgPr>
        <a:solidFill>
          <a:schemeClr val="lt1"/>
        </a:solidFill>
        <a:effectLst/>
      </p:bgPr>
    </p:bg>
    <p:spTree>
      <p:nvGrpSpPr>
        <p:cNvPr id="1" name=""/>
        <p:cNvGrpSpPr/>
        <p:nvPr/>
      </p:nvGrpSpPr>
      <p:grpSpPr>
        <a:xfrm>
          <a:off x="0" y="0"/>
          <a:ext cx="0" cy="0"/>
          <a:chOff x="0" y="0"/>
          <a:chExt cx="0" cy="0"/>
        </a:xfrm>
      </p:grpSpPr>
      <p:sp>
        <p:nvSpPr>
          <p:cNvPr id="433"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434" name="Google Shape;711;p23"/>
          <p:cNvGrpSpPr/>
          <p:nvPr/>
        </p:nvGrpSpPr>
        <p:grpSpPr>
          <a:xfrm>
            <a:off x="366120" y="256320"/>
            <a:ext cx="8399880" cy="4540680"/>
            <a:chOff x="366120" y="256320"/>
            <a:chExt cx="8399880" cy="4540680"/>
          </a:xfrm>
        </p:grpSpPr>
        <p:grpSp>
          <p:nvGrpSpPr>
            <p:cNvPr id="435" name="Google Shape;712;p23"/>
            <p:cNvGrpSpPr/>
            <p:nvPr/>
          </p:nvGrpSpPr>
          <p:grpSpPr>
            <a:xfrm>
              <a:off x="8577720" y="3009600"/>
              <a:ext cx="188280" cy="188640"/>
              <a:chOff x="8577720" y="3009600"/>
              <a:chExt cx="188280" cy="188640"/>
            </a:xfrm>
          </p:grpSpPr>
          <p:sp>
            <p:nvSpPr>
              <p:cNvPr id="436" name="Google Shape;713;p23"/>
              <p:cNvSpPr/>
              <p:nvPr/>
            </p:nvSpPr>
            <p:spPr>
              <a:xfrm>
                <a:off x="864792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714;p23"/>
              <p:cNvSpPr/>
              <p:nvPr/>
            </p:nvSpPr>
            <p:spPr>
              <a:xfrm>
                <a:off x="871704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8" name="Google Shape;715;p23"/>
              <p:cNvSpPr/>
              <p:nvPr/>
            </p:nvSpPr>
            <p:spPr>
              <a:xfrm>
                <a:off x="8577720" y="3098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9" name="Google Shape;716;p23"/>
              <p:cNvSpPr/>
              <p:nvPr/>
            </p:nvSpPr>
            <p:spPr>
              <a:xfrm>
                <a:off x="8664840" y="3080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717;p23"/>
              <p:cNvSpPr/>
              <p:nvPr/>
            </p:nvSpPr>
            <p:spPr>
              <a:xfrm>
                <a:off x="8664840" y="3150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718;p23"/>
              <p:cNvSpPr/>
              <p:nvPr/>
            </p:nvSpPr>
            <p:spPr>
              <a:xfrm>
                <a:off x="8664840" y="3009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2" name="Google Shape;719;p23"/>
            <p:cNvGrpSpPr/>
            <p:nvPr/>
          </p:nvGrpSpPr>
          <p:grpSpPr>
            <a:xfrm>
              <a:off x="366120" y="984600"/>
              <a:ext cx="188280" cy="188280"/>
              <a:chOff x="366120" y="984600"/>
              <a:chExt cx="188280" cy="188280"/>
            </a:xfrm>
          </p:grpSpPr>
          <p:sp>
            <p:nvSpPr>
              <p:cNvPr id="443" name="Google Shape;720;p23"/>
              <p:cNvSpPr/>
              <p:nvPr/>
            </p:nvSpPr>
            <p:spPr>
              <a:xfrm>
                <a:off x="43668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721;p23"/>
              <p:cNvSpPr/>
              <p:nvPr/>
            </p:nvSpPr>
            <p:spPr>
              <a:xfrm>
                <a:off x="50544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Google Shape;722;p23"/>
              <p:cNvSpPr/>
              <p:nvPr/>
            </p:nvSpPr>
            <p:spPr>
              <a:xfrm>
                <a:off x="366120" y="1073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723;p23"/>
              <p:cNvSpPr/>
              <p:nvPr/>
            </p:nvSpPr>
            <p:spPr>
              <a:xfrm>
                <a:off x="453600" y="1055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724;p23"/>
              <p:cNvSpPr/>
              <p:nvPr/>
            </p:nvSpPr>
            <p:spPr>
              <a:xfrm>
                <a:off x="453600" y="1125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725;p23"/>
              <p:cNvSpPr/>
              <p:nvPr/>
            </p:nvSpPr>
            <p:spPr>
              <a:xfrm>
                <a:off x="453600" y="984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9" name="Google Shape;726;p23"/>
            <p:cNvGrpSpPr/>
            <p:nvPr/>
          </p:nvGrpSpPr>
          <p:grpSpPr>
            <a:xfrm>
              <a:off x="1832040" y="256320"/>
              <a:ext cx="188280" cy="188280"/>
              <a:chOff x="1832040" y="256320"/>
              <a:chExt cx="188280" cy="188280"/>
            </a:xfrm>
          </p:grpSpPr>
          <p:sp>
            <p:nvSpPr>
              <p:cNvPr id="450" name="Google Shape;727;p23"/>
              <p:cNvSpPr/>
              <p:nvPr/>
            </p:nvSpPr>
            <p:spPr>
              <a:xfrm>
                <a:off x="190224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728;p23"/>
              <p:cNvSpPr/>
              <p:nvPr/>
            </p:nvSpPr>
            <p:spPr>
              <a:xfrm>
                <a:off x="197136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2" name="Google Shape;729;p23"/>
              <p:cNvSpPr/>
              <p:nvPr/>
            </p:nvSpPr>
            <p:spPr>
              <a:xfrm>
                <a:off x="1832040" y="34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730;p23"/>
              <p:cNvSpPr/>
              <p:nvPr/>
            </p:nvSpPr>
            <p:spPr>
              <a:xfrm>
                <a:off x="1919160" y="32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731;p23"/>
              <p:cNvSpPr/>
              <p:nvPr/>
            </p:nvSpPr>
            <p:spPr>
              <a:xfrm>
                <a:off x="1919160" y="396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732;p23"/>
              <p:cNvSpPr/>
              <p:nvPr/>
            </p:nvSpPr>
            <p:spPr>
              <a:xfrm>
                <a:off x="1919160" y="25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6" name="Google Shape;733;p23"/>
            <p:cNvGrpSpPr/>
            <p:nvPr/>
          </p:nvGrpSpPr>
          <p:grpSpPr>
            <a:xfrm>
              <a:off x="7743600" y="4608720"/>
              <a:ext cx="188280" cy="188280"/>
              <a:chOff x="7743600" y="4608720"/>
              <a:chExt cx="188280" cy="188280"/>
            </a:xfrm>
          </p:grpSpPr>
          <p:sp>
            <p:nvSpPr>
              <p:cNvPr id="457" name="Google Shape;734;p23"/>
              <p:cNvSpPr/>
              <p:nvPr/>
            </p:nvSpPr>
            <p:spPr>
              <a:xfrm>
                <a:off x="781380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735;p23"/>
              <p:cNvSpPr/>
              <p:nvPr/>
            </p:nvSpPr>
            <p:spPr>
              <a:xfrm>
                <a:off x="788292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736;p23"/>
              <p:cNvSpPr/>
              <p:nvPr/>
            </p:nvSpPr>
            <p:spPr>
              <a:xfrm>
                <a:off x="774360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737;p23"/>
              <p:cNvSpPr/>
              <p:nvPr/>
            </p:nvSpPr>
            <p:spPr>
              <a:xfrm>
                <a:off x="783072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738;p23"/>
              <p:cNvSpPr/>
              <p:nvPr/>
            </p:nvSpPr>
            <p:spPr>
              <a:xfrm>
                <a:off x="783072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739;p23"/>
              <p:cNvSpPr/>
              <p:nvPr/>
            </p:nvSpPr>
            <p:spPr>
              <a:xfrm>
                <a:off x="783072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63" name="Google Shape;740;p23"/>
          <p:cNvGrpSpPr/>
          <p:nvPr/>
        </p:nvGrpSpPr>
        <p:grpSpPr>
          <a:xfrm>
            <a:off x="-2462760" y="-2042640"/>
            <a:ext cx="13584600" cy="8850600"/>
            <a:chOff x="-2462760" y="-2042640"/>
            <a:chExt cx="13584600" cy="8850600"/>
          </a:xfrm>
        </p:grpSpPr>
        <p:sp>
          <p:nvSpPr>
            <p:cNvPr id="464" name="Google Shape;741;p23"/>
            <p:cNvSpPr/>
            <p:nvPr/>
          </p:nvSpPr>
          <p:spPr>
            <a:xfrm rot="20028600" flipH="1">
              <a:off x="-386640" y="-17222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742;p23"/>
            <p:cNvSpPr/>
            <p:nvPr/>
          </p:nvSpPr>
          <p:spPr>
            <a:xfrm rot="8445000">
              <a:off x="-2199600" y="-732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743;p23"/>
            <p:cNvSpPr/>
            <p:nvPr/>
          </p:nvSpPr>
          <p:spPr>
            <a:xfrm rot="20060400">
              <a:off x="6882840" y="3947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744;p23"/>
            <p:cNvSpPr/>
            <p:nvPr/>
          </p:nvSpPr>
          <p:spPr>
            <a:xfrm rot="8752800" flipH="1">
              <a:off x="8494200" y="31921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5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39" name="Google Shape;845;p26"/>
          <p:cNvGrpSpPr/>
          <p:nvPr/>
        </p:nvGrpSpPr>
        <p:grpSpPr>
          <a:xfrm>
            <a:off x="512640" y="882000"/>
            <a:ext cx="8137800" cy="3847320"/>
            <a:chOff x="512640" y="882000"/>
            <a:chExt cx="8137800" cy="3847320"/>
          </a:xfrm>
        </p:grpSpPr>
        <p:grpSp>
          <p:nvGrpSpPr>
            <p:cNvPr id="540" name="Google Shape;846;p26"/>
            <p:cNvGrpSpPr/>
            <p:nvPr/>
          </p:nvGrpSpPr>
          <p:grpSpPr>
            <a:xfrm>
              <a:off x="512640" y="3785400"/>
              <a:ext cx="188280" cy="188640"/>
              <a:chOff x="512640" y="3785400"/>
              <a:chExt cx="188280" cy="188640"/>
            </a:xfrm>
          </p:grpSpPr>
          <p:sp>
            <p:nvSpPr>
              <p:cNvPr id="541" name="Google Shape;847;p26"/>
              <p:cNvSpPr/>
              <p:nvPr/>
            </p:nvSpPr>
            <p:spPr>
              <a:xfrm>
                <a:off x="582840" y="3873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848;p26"/>
              <p:cNvSpPr/>
              <p:nvPr/>
            </p:nvSpPr>
            <p:spPr>
              <a:xfrm>
                <a:off x="651960" y="3873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849;p26"/>
              <p:cNvSpPr/>
              <p:nvPr/>
            </p:nvSpPr>
            <p:spPr>
              <a:xfrm>
                <a:off x="512640" y="3873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850;p26"/>
              <p:cNvSpPr/>
              <p:nvPr/>
            </p:nvSpPr>
            <p:spPr>
              <a:xfrm>
                <a:off x="599760" y="3856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851;p26"/>
              <p:cNvSpPr/>
              <p:nvPr/>
            </p:nvSpPr>
            <p:spPr>
              <a:xfrm>
                <a:off x="599760" y="3926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852;p26"/>
              <p:cNvSpPr/>
              <p:nvPr/>
            </p:nvSpPr>
            <p:spPr>
              <a:xfrm>
                <a:off x="599760" y="3785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7" name="Google Shape;853;p26"/>
            <p:cNvGrpSpPr/>
            <p:nvPr/>
          </p:nvGrpSpPr>
          <p:grpSpPr>
            <a:xfrm>
              <a:off x="1322280" y="4540680"/>
              <a:ext cx="188280" cy="188640"/>
              <a:chOff x="1322280" y="4540680"/>
              <a:chExt cx="188280" cy="188640"/>
            </a:xfrm>
          </p:grpSpPr>
          <p:sp>
            <p:nvSpPr>
              <p:cNvPr id="548" name="Google Shape;854;p26"/>
              <p:cNvSpPr/>
              <p:nvPr/>
            </p:nvSpPr>
            <p:spPr>
              <a:xfrm>
                <a:off x="1392840" y="462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855;p26"/>
              <p:cNvSpPr/>
              <p:nvPr/>
            </p:nvSpPr>
            <p:spPr>
              <a:xfrm>
                <a:off x="1461600" y="462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856;p26"/>
              <p:cNvSpPr/>
              <p:nvPr/>
            </p:nvSpPr>
            <p:spPr>
              <a:xfrm>
                <a:off x="1322280" y="4629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857;p26"/>
              <p:cNvSpPr/>
              <p:nvPr/>
            </p:nvSpPr>
            <p:spPr>
              <a:xfrm>
                <a:off x="1409400" y="4612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858;p26"/>
              <p:cNvSpPr/>
              <p:nvPr/>
            </p:nvSpPr>
            <p:spPr>
              <a:xfrm>
                <a:off x="1409400" y="46814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859;p26"/>
              <p:cNvSpPr/>
              <p:nvPr/>
            </p:nvSpPr>
            <p:spPr>
              <a:xfrm>
                <a:off x="1409400" y="454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4" name="Google Shape;860;p26"/>
            <p:cNvGrpSpPr/>
            <p:nvPr/>
          </p:nvGrpSpPr>
          <p:grpSpPr>
            <a:xfrm>
              <a:off x="8462160" y="882000"/>
              <a:ext cx="188280" cy="188640"/>
              <a:chOff x="8462160" y="882000"/>
              <a:chExt cx="188280" cy="188640"/>
            </a:xfrm>
          </p:grpSpPr>
          <p:sp>
            <p:nvSpPr>
              <p:cNvPr id="555" name="Google Shape;861;p26"/>
              <p:cNvSpPr/>
              <p:nvPr/>
            </p:nvSpPr>
            <p:spPr>
              <a:xfrm>
                <a:off x="8532720" y="970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862;p26"/>
              <p:cNvSpPr/>
              <p:nvPr/>
            </p:nvSpPr>
            <p:spPr>
              <a:xfrm>
                <a:off x="8601480" y="970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7" name="Google Shape;863;p26"/>
              <p:cNvSpPr/>
              <p:nvPr/>
            </p:nvSpPr>
            <p:spPr>
              <a:xfrm>
                <a:off x="8462160" y="970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864;p26"/>
              <p:cNvSpPr/>
              <p:nvPr/>
            </p:nvSpPr>
            <p:spPr>
              <a:xfrm>
                <a:off x="8549280" y="953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865;p26"/>
              <p:cNvSpPr/>
              <p:nvPr/>
            </p:nvSpPr>
            <p:spPr>
              <a:xfrm>
                <a:off x="8549280" y="1022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866;p26"/>
              <p:cNvSpPr/>
              <p:nvPr/>
            </p:nvSpPr>
            <p:spPr>
              <a:xfrm>
                <a:off x="8549280" y="882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61" name="Google Shape;867;p26"/>
            <p:cNvGrpSpPr/>
            <p:nvPr/>
          </p:nvGrpSpPr>
          <p:grpSpPr>
            <a:xfrm>
              <a:off x="8336520" y="1497240"/>
              <a:ext cx="188280" cy="188640"/>
              <a:chOff x="8336520" y="1497240"/>
              <a:chExt cx="188280" cy="188640"/>
            </a:xfrm>
          </p:grpSpPr>
          <p:sp>
            <p:nvSpPr>
              <p:cNvPr id="562" name="Google Shape;868;p26"/>
              <p:cNvSpPr/>
              <p:nvPr/>
            </p:nvSpPr>
            <p:spPr>
              <a:xfrm>
                <a:off x="8407080" y="1586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3" name="Google Shape;869;p26"/>
              <p:cNvSpPr/>
              <p:nvPr/>
            </p:nvSpPr>
            <p:spPr>
              <a:xfrm>
                <a:off x="8475840" y="1586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870;p26"/>
              <p:cNvSpPr/>
              <p:nvPr/>
            </p:nvSpPr>
            <p:spPr>
              <a:xfrm>
                <a:off x="8336520" y="1586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871;p26"/>
              <p:cNvSpPr/>
              <p:nvPr/>
            </p:nvSpPr>
            <p:spPr>
              <a:xfrm>
                <a:off x="8423640" y="1568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6" name="Google Shape;872;p26"/>
              <p:cNvSpPr/>
              <p:nvPr/>
            </p:nvSpPr>
            <p:spPr>
              <a:xfrm>
                <a:off x="8423640" y="1638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7" name="Google Shape;873;p26"/>
              <p:cNvSpPr/>
              <p:nvPr/>
            </p:nvSpPr>
            <p:spPr>
              <a:xfrm>
                <a:off x="8423640" y="1497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68" name="Google Shape;874;p26"/>
          <p:cNvGrpSpPr/>
          <p:nvPr/>
        </p:nvGrpSpPr>
        <p:grpSpPr>
          <a:xfrm>
            <a:off x="-1535400" y="-2144160"/>
            <a:ext cx="12569400" cy="8617680"/>
            <a:chOff x="-1535400" y="-2144160"/>
            <a:chExt cx="12569400" cy="8617680"/>
          </a:xfrm>
        </p:grpSpPr>
        <p:sp>
          <p:nvSpPr>
            <p:cNvPr id="569" name="Google Shape;875;p26"/>
            <p:cNvSpPr/>
            <p:nvPr/>
          </p:nvSpPr>
          <p:spPr>
            <a:xfrm rot="340800" flipH="1">
              <a:off x="-1104840" y="413388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876;p26"/>
            <p:cNvSpPr/>
            <p:nvPr/>
          </p:nvSpPr>
          <p:spPr>
            <a:xfrm rot="16200000">
              <a:off x="-1247400" y="366804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1" name="Google Shape;877;p26"/>
            <p:cNvSpPr/>
            <p:nvPr/>
          </p:nvSpPr>
          <p:spPr>
            <a:xfrm rot="1512000" flipH="1">
              <a:off x="6377760" y="-145332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878;p26"/>
            <p:cNvSpPr/>
            <p:nvPr/>
          </p:nvSpPr>
          <p:spPr>
            <a:xfrm rot="7022400">
              <a:off x="8356680" y="-97092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573" name="PlaceHolder 1"/>
          <p:cNvSpPr>
            <a:spLocks noGrp="1"/>
          </p:cNvSpPr>
          <p:nvPr>
            <p:ph type="title"/>
          </p:nvPr>
        </p:nvSpPr>
        <p:spPr>
          <a:xfrm>
            <a:off x="713160" y="63468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sp>
        <p:nvSpPr>
          <p:cNvPr id="574" name="PlaceHolder 2"/>
          <p:cNvSpPr>
            <a:spLocks noGrp="1"/>
          </p:cNvSpPr>
          <p:nvPr>
            <p:ph type="title"/>
          </p:nvPr>
        </p:nvSpPr>
        <p:spPr>
          <a:xfrm>
            <a:off x="713160" y="189252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sp>
        <p:nvSpPr>
          <p:cNvPr id="575" name="PlaceHolder 3"/>
          <p:cNvSpPr>
            <a:spLocks noGrp="1"/>
          </p:cNvSpPr>
          <p:nvPr>
            <p:ph type="title"/>
          </p:nvPr>
        </p:nvSpPr>
        <p:spPr>
          <a:xfrm>
            <a:off x="713160" y="315036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grpSp>
        <p:nvGrpSpPr>
          <p:cNvPr id="576" name="Google Shape;886;p27"/>
          <p:cNvGrpSpPr/>
          <p:nvPr/>
        </p:nvGrpSpPr>
        <p:grpSpPr>
          <a:xfrm>
            <a:off x="-1563840" y="-1800360"/>
            <a:ext cx="12517920" cy="10093680"/>
            <a:chOff x="-1563840" y="-1800360"/>
            <a:chExt cx="12517920" cy="10093680"/>
          </a:xfrm>
        </p:grpSpPr>
        <p:sp>
          <p:nvSpPr>
            <p:cNvPr id="577" name="Google Shape;887;p27"/>
            <p:cNvSpPr/>
            <p:nvPr/>
          </p:nvSpPr>
          <p:spPr>
            <a:xfrm rot="2700000">
              <a:off x="7008840" y="-7988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888;p27"/>
            <p:cNvSpPr/>
            <p:nvPr/>
          </p:nvSpPr>
          <p:spPr>
            <a:xfrm rot="9441600" flipH="1">
              <a:off x="-896040" y="3718080"/>
              <a:ext cx="3217680" cy="4114440"/>
            </a:xfrm>
            <a:custGeom>
              <a:avLst/>
              <a:gdLst>
                <a:gd name="textAreaLeft" fmla="*/ 360 w 3217680"/>
                <a:gd name="textAreaRight" fmla="*/ 3218400 w 3217680"/>
                <a:gd name="textAreaTop" fmla="*/ 0 h 4114440"/>
                <a:gd name="textAreaBottom" fmla="*/ 4114800 h 41144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9" name="Google Shape;889;p27"/>
          <p:cNvGrpSpPr/>
          <p:nvPr/>
        </p:nvGrpSpPr>
        <p:grpSpPr>
          <a:xfrm>
            <a:off x="3712320" y="380160"/>
            <a:ext cx="5008320" cy="4322520"/>
            <a:chOff x="3712320" y="380160"/>
            <a:chExt cx="5008320" cy="4322520"/>
          </a:xfrm>
        </p:grpSpPr>
        <p:grpSp>
          <p:nvGrpSpPr>
            <p:cNvPr id="580" name="Google Shape;890;p27"/>
            <p:cNvGrpSpPr/>
            <p:nvPr/>
          </p:nvGrpSpPr>
          <p:grpSpPr>
            <a:xfrm>
              <a:off x="7806960" y="380160"/>
              <a:ext cx="187920" cy="188640"/>
              <a:chOff x="7806960" y="380160"/>
              <a:chExt cx="187920" cy="188640"/>
            </a:xfrm>
          </p:grpSpPr>
          <p:sp>
            <p:nvSpPr>
              <p:cNvPr id="581" name="Google Shape;891;p27"/>
              <p:cNvSpPr/>
              <p:nvPr/>
            </p:nvSpPr>
            <p:spPr>
              <a:xfrm>
                <a:off x="7877160" y="469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892;p27"/>
              <p:cNvSpPr/>
              <p:nvPr/>
            </p:nvSpPr>
            <p:spPr>
              <a:xfrm>
                <a:off x="7945920" y="469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893;p27"/>
              <p:cNvSpPr/>
              <p:nvPr/>
            </p:nvSpPr>
            <p:spPr>
              <a:xfrm>
                <a:off x="7806960" y="469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894;p27"/>
              <p:cNvSpPr/>
              <p:nvPr/>
            </p:nvSpPr>
            <p:spPr>
              <a:xfrm>
                <a:off x="7894080" y="451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895;p27"/>
              <p:cNvSpPr/>
              <p:nvPr/>
            </p:nvSpPr>
            <p:spPr>
              <a:xfrm>
                <a:off x="7894080" y="520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896;p27"/>
              <p:cNvSpPr/>
              <p:nvPr/>
            </p:nvSpPr>
            <p:spPr>
              <a:xfrm>
                <a:off x="7894080" y="380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87" name="Google Shape;897;p27"/>
            <p:cNvGrpSpPr/>
            <p:nvPr/>
          </p:nvGrpSpPr>
          <p:grpSpPr>
            <a:xfrm>
              <a:off x="3712320" y="4514040"/>
              <a:ext cx="187920" cy="188640"/>
              <a:chOff x="3712320" y="4514040"/>
              <a:chExt cx="187920" cy="188640"/>
            </a:xfrm>
          </p:grpSpPr>
          <p:sp>
            <p:nvSpPr>
              <p:cNvPr id="588" name="Google Shape;898;p27"/>
              <p:cNvSpPr/>
              <p:nvPr/>
            </p:nvSpPr>
            <p:spPr>
              <a:xfrm>
                <a:off x="37825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899;p27"/>
              <p:cNvSpPr/>
              <p:nvPr/>
            </p:nvSpPr>
            <p:spPr>
              <a:xfrm>
                <a:off x="38512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900;p27"/>
              <p:cNvSpPr/>
              <p:nvPr/>
            </p:nvSpPr>
            <p:spPr>
              <a:xfrm>
                <a:off x="37123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901;p27"/>
              <p:cNvSpPr/>
              <p:nvPr/>
            </p:nvSpPr>
            <p:spPr>
              <a:xfrm>
                <a:off x="379944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902;p27"/>
              <p:cNvSpPr/>
              <p:nvPr/>
            </p:nvSpPr>
            <p:spPr>
              <a:xfrm>
                <a:off x="379944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3" name="Google Shape;903;p27"/>
              <p:cNvSpPr/>
              <p:nvPr/>
            </p:nvSpPr>
            <p:spPr>
              <a:xfrm>
                <a:off x="379944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4" name="Google Shape;904;p27"/>
            <p:cNvGrpSpPr/>
            <p:nvPr/>
          </p:nvGrpSpPr>
          <p:grpSpPr>
            <a:xfrm>
              <a:off x="8532720" y="3919320"/>
              <a:ext cx="187920" cy="188280"/>
              <a:chOff x="8532720" y="3919320"/>
              <a:chExt cx="187920" cy="188280"/>
            </a:xfrm>
          </p:grpSpPr>
          <p:sp>
            <p:nvSpPr>
              <p:cNvPr id="595" name="Google Shape;905;p27"/>
              <p:cNvSpPr/>
              <p:nvPr/>
            </p:nvSpPr>
            <p:spPr>
              <a:xfrm>
                <a:off x="8602920" y="4007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6" name="Google Shape;906;p27"/>
              <p:cNvSpPr/>
              <p:nvPr/>
            </p:nvSpPr>
            <p:spPr>
              <a:xfrm>
                <a:off x="8671680" y="4007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907;p27"/>
              <p:cNvSpPr/>
              <p:nvPr/>
            </p:nvSpPr>
            <p:spPr>
              <a:xfrm>
                <a:off x="8532720" y="4007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8" name="Google Shape;908;p27"/>
              <p:cNvSpPr/>
              <p:nvPr/>
            </p:nvSpPr>
            <p:spPr>
              <a:xfrm>
                <a:off x="8619840" y="3990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909;p27"/>
              <p:cNvSpPr/>
              <p:nvPr/>
            </p:nvSpPr>
            <p:spPr>
              <a:xfrm>
                <a:off x="8619840" y="4059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910;p27"/>
              <p:cNvSpPr/>
              <p:nvPr/>
            </p:nvSpPr>
            <p:spPr>
              <a:xfrm>
                <a:off x="8619840" y="3919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601"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02" name="Google Shape;913;p28"/>
          <p:cNvGrpSpPr/>
          <p:nvPr/>
        </p:nvGrpSpPr>
        <p:grpSpPr>
          <a:xfrm>
            <a:off x="403200" y="350640"/>
            <a:ext cx="8429400" cy="4490280"/>
            <a:chOff x="403200" y="350640"/>
            <a:chExt cx="8429400" cy="4490280"/>
          </a:xfrm>
        </p:grpSpPr>
        <p:grpSp>
          <p:nvGrpSpPr>
            <p:cNvPr id="603" name="Google Shape;914;p28"/>
            <p:cNvGrpSpPr/>
            <p:nvPr/>
          </p:nvGrpSpPr>
          <p:grpSpPr>
            <a:xfrm>
              <a:off x="1219680" y="350640"/>
              <a:ext cx="188280" cy="188640"/>
              <a:chOff x="1219680" y="350640"/>
              <a:chExt cx="188280" cy="188640"/>
            </a:xfrm>
          </p:grpSpPr>
          <p:sp>
            <p:nvSpPr>
              <p:cNvPr id="604" name="Google Shape;915;p28"/>
              <p:cNvSpPr/>
              <p:nvPr/>
            </p:nvSpPr>
            <p:spPr>
              <a:xfrm>
                <a:off x="128988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916;p28"/>
              <p:cNvSpPr/>
              <p:nvPr/>
            </p:nvSpPr>
            <p:spPr>
              <a:xfrm>
                <a:off x="13590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917;p28"/>
              <p:cNvSpPr/>
              <p:nvPr/>
            </p:nvSpPr>
            <p:spPr>
              <a:xfrm>
                <a:off x="121968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7" name="Google Shape;918;p28"/>
              <p:cNvSpPr/>
              <p:nvPr/>
            </p:nvSpPr>
            <p:spPr>
              <a:xfrm>
                <a:off x="130680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8" name="Google Shape;919;p28"/>
              <p:cNvSpPr/>
              <p:nvPr/>
            </p:nvSpPr>
            <p:spPr>
              <a:xfrm>
                <a:off x="130680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9" name="Google Shape;920;p28"/>
              <p:cNvSpPr/>
              <p:nvPr/>
            </p:nvSpPr>
            <p:spPr>
              <a:xfrm>
                <a:off x="130680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0" name="Google Shape;921;p28"/>
            <p:cNvGrpSpPr/>
            <p:nvPr/>
          </p:nvGrpSpPr>
          <p:grpSpPr>
            <a:xfrm>
              <a:off x="8644680" y="3715200"/>
              <a:ext cx="187920" cy="188280"/>
              <a:chOff x="8644680" y="3715200"/>
              <a:chExt cx="187920" cy="188280"/>
            </a:xfrm>
          </p:grpSpPr>
          <p:sp>
            <p:nvSpPr>
              <p:cNvPr id="611" name="Google Shape;922;p28"/>
              <p:cNvSpPr/>
              <p:nvPr/>
            </p:nvSpPr>
            <p:spPr>
              <a:xfrm>
                <a:off x="871488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2" name="Google Shape;923;p28"/>
              <p:cNvSpPr/>
              <p:nvPr/>
            </p:nvSpPr>
            <p:spPr>
              <a:xfrm>
                <a:off x="878364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3" name="Google Shape;924;p28"/>
              <p:cNvSpPr/>
              <p:nvPr/>
            </p:nvSpPr>
            <p:spPr>
              <a:xfrm>
                <a:off x="8644680" y="3803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4" name="Google Shape;925;p28"/>
              <p:cNvSpPr/>
              <p:nvPr/>
            </p:nvSpPr>
            <p:spPr>
              <a:xfrm>
                <a:off x="8731800" y="378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926;p28"/>
              <p:cNvSpPr/>
              <p:nvPr/>
            </p:nvSpPr>
            <p:spPr>
              <a:xfrm>
                <a:off x="8731800" y="385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927;p28"/>
              <p:cNvSpPr/>
              <p:nvPr/>
            </p:nvSpPr>
            <p:spPr>
              <a:xfrm>
                <a:off x="8731800" y="3715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7" name="Google Shape;928;p28"/>
            <p:cNvGrpSpPr/>
            <p:nvPr/>
          </p:nvGrpSpPr>
          <p:grpSpPr>
            <a:xfrm>
              <a:off x="403200" y="1607400"/>
              <a:ext cx="188280" cy="188280"/>
              <a:chOff x="403200" y="1607400"/>
              <a:chExt cx="188280" cy="188280"/>
            </a:xfrm>
          </p:grpSpPr>
          <p:sp>
            <p:nvSpPr>
              <p:cNvPr id="618" name="Google Shape;929;p28"/>
              <p:cNvSpPr/>
              <p:nvPr/>
            </p:nvSpPr>
            <p:spPr>
              <a:xfrm>
                <a:off x="473400" y="1695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930;p28"/>
              <p:cNvSpPr/>
              <p:nvPr/>
            </p:nvSpPr>
            <p:spPr>
              <a:xfrm>
                <a:off x="542520" y="1695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931;p28"/>
              <p:cNvSpPr/>
              <p:nvPr/>
            </p:nvSpPr>
            <p:spPr>
              <a:xfrm>
                <a:off x="403200" y="1695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932;p28"/>
              <p:cNvSpPr/>
              <p:nvPr/>
            </p:nvSpPr>
            <p:spPr>
              <a:xfrm>
                <a:off x="490320" y="1678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933;p28"/>
              <p:cNvSpPr/>
              <p:nvPr/>
            </p:nvSpPr>
            <p:spPr>
              <a:xfrm>
                <a:off x="490320" y="1747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934;p28"/>
              <p:cNvSpPr/>
              <p:nvPr/>
            </p:nvSpPr>
            <p:spPr>
              <a:xfrm>
                <a:off x="490320" y="160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4" name="Google Shape;935;p28"/>
            <p:cNvGrpSpPr/>
            <p:nvPr/>
          </p:nvGrpSpPr>
          <p:grpSpPr>
            <a:xfrm>
              <a:off x="7466040" y="4652280"/>
              <a:ext cx="188280" cy="188640"/>
              <a:chOff x="7466040" y="4652280"/>
              <a:chExt cx="188280" cy="188640"/>
            </a:xfrm>
          </p:grpSpPr>
          <p:sp>
            <p:nvSpPr>
              <p:cNvPr id="625" name="Google Shape;936;p28"/>
              <p:cNvSpPr/>
              <p:nvPr/>
            </p:nvSpPr>
            <p:spPr>
              <a:xfrm>
                <a:off x="7536600" y="4740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6" name="Google Shape;937;p28"/>
              <p:cNvSpPr/>
              <p:nvPr/>
            </p:nvSpPr>
            <p:spPr>
              <a:xfrm>
                <a:off x="7605360" y="4740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7" name="Google Shape;938;p28"/>
              <p:cNvSpPr/>
              <p:nvPr/>
            </p:nvSpPr>
            <p:spPr>
              <a:xfrm>
                <a:off x="7466040" y="4740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8" name="Google Shape;939;p28"/>
              <p:cNvSpPr/>
              <p:nvPr/>
            </p:nvSpPr>
            <p:spPr>
              <a:xfrm>
                <a:off x="7553520" y="4723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9" name="Google Shape;940;p28"/>
              <p:cNvSpPr/>
              <p:nvPr/>
            </p:nvSpPr>
            <p:spPr>
              <a:xfrm>
                <a:off x="7553520" y="4793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0" name="Google Shape;941;p28"/>
              <p:cNvSpPr/>
              <p:nvPr/>
            </p:nvSpPr>
            <p:spPr>
              <a:xfrm>
                <a:off x="7553520" y="4652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31" name="Google Shape;942;p28"/>
          <p:cNvGrpSpPr/>
          <p:nvPr/>
        </p:nvGrpSpPr>
        <p:grpSpPr>
          <a:xfrm>
            <a:off x="-1811160" y="-1570320"/>
            <a:ext cx="12765240" cy="8363880"/>
            <a:chOff x="-1811160" y="-1570320"/>
            <a:chExt cx="12765240" cy="8363880"/>
          </a:xfrm>
        </p:grpSpPr>
        <p:sp>
          <p:nvSpPr>
            <p:cNvPr id="632" name="Google Shape;943;p28"/>
            <p:cNvSpPr/>
            <p:nvPr/>
          </p:nvSpPr>
          <p:spPr>
            <a:xfrm rot="15062400" flipH="1">
              <a:off x="-1259640" y="-42228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944;p28"/>
            <p:cNvSpPr/>
            <p:nvPr/>
          </p:nvSpPr>
          <p:spPr>
            <a:xfrm rot="4900800" flipH="1">
              <a:off x="8021160" y="35874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4" name="Google Shape;945;p28"/>
            <p:cNvSpPr/>
            <p:nvPr/>
          </p:nvSpPr>
          <p:spPr>
            <a:xfrm rot="20605800">
              <a:off x="6996240" y="41464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635" name="Google Shape;946;p28"/>
            <p:cNvSpPr/>
            <p:nvPr/>
          </p:nvSpPr>
          <p:spPr>
            <a:xfrm rot="9868200">
              <a:off x="-1396800" y="-1110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sp>
        <p:nvSpPr>
          <p:cNvPr id="636"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37" name="Google Shape;949;p29"/>
          <p:cNvGrpSpPr/>
          <p:nvPr/>
        </p:nvGrpSpPr>
        <p:grpSpPr>
          <a:xfrm>
            <a:off x="316080" y="1028160"/>
            <a:ext cx="8640720" cy="3524400"/>
            <a:chOff x="316080" y="1028160"/>
            <a:chExt cx="8640720" cy="3524400"/>
          </a:xfrm>
        </p:grpSpPr>
        <p:grpSp>
          <p:nvGrpSpPr>
            <p:cNvPr id="638" name="Google Shape;950;p29"/>
            <p:cNvGrpSpPr/>
            <p:nvPr/>
          </p:nvGrpSpPr>
          <p:grpSpPr>
            <a:xfrm>
              <a:off x="1264320" y="4364280"/>
              <a:ext cx="188280" cy="188280"/>
              <a:chOff x="1264320" y="4364280"/>
              <a:chExt cx="188280" cy="188280"/>
            </a:xfrm>
          </p:grpSpPr>
          <p:sp>
            <p:nvSpPr>
              <p:cNvPr id="639" name="Google Shape;951;p29"/>
              <p:cNvSpPr/>
              <p:nvPr/>
            </p:nvSpPr>
            <p:spPr>
              <a:xfrm>
                <a:off x="1334880" y="445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0" name="Google Shape;952;p29"/>
              <p:cNvSpPr/>
              <p:nvPr/>
            </p:nvSpPr>
            <p:spPr>
              <a:xfrm>
                <a:off x="1403640" y="445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1" name="Google Shape;953;p29"/>
              <p:cNvSpPr/>
              <p:nvPr/>
            </p:nvSpPr>
            <p:spPr>
              <a:xfrm>
                <a:off x="1264320" y="4452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2" name="Google Shape;954;p29"/>
              <p:cNvSpPr/>
              <p:nvPr/>
            </p:nvSpPr>
            <p:spPr>
              <a:xfrm>
                <a:off x="1351440" y="4435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3" name="Google Shape;955;p29"/>
              <p:cNvSpPr/>
              <p:nvPr/>
            </p:nvSpPr>
            <p:spPr>
              <a:xfrm>
                <a:off x="1351440" y="45046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4" name="Google Shape;956;p29"/>
              <p:cNvSpPr/>
              <p:nvPr/>
            </p:nvSpPr>
            <p:spPr>
              <a:xfrm>
                <a:off x="1351440" y="4364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45" name="Google Shape;957;p29"/>
            <p:cNvGrpSpPr/>
            <p:nvPr/>
          </p:nvGrpSpPr>
          <p:grpSpPr>
            <a:xfrm>
              <a:off x="316080" y="3715200"/>
              <a:ext cx="188280" cy="188280"/>
              <a:chOff x="316080" y="3715200"/>
              <a:chExt cx="188280" cy="188280"/>
            </a:xfrm>
          </p:grpSpPr>
          <p:sp>
            <p:nvSpPr>
              <p:cNvPr id="646" name="Google Shape;958;p29"/>
              <p:cNvSpPr/>
              <p:nvPr/>
            </p:nvSpPr>
            <p:spPr>
              <a:xfrm>
                <a:off x="38628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959;p29"/>
              <p:cNvSpPr/>
              <p:nvPr/>
            </p:nvSpPr>
            <p:spPr>
              <a:xfrm>
                <a:off x="45540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960;p29"/>
              <p:cNvSpPr/>
              <p:nvPr/>
            </p:nvSpPr>
            <p:spPr>
              <a:xfrm>
                <a:off x="316080" y="3803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961;p29"/>
              <p:cNvSpPr/>
              <p:nvPr/>
            </p:nvSpPr>
            <p:spPr>
              <a:xfrm>
                <a:off x="403200" y="378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0" name="Google Shape;962;p29"/>
              <p:cNvSpPr/>
              <p:nvPr/>
            </p:nvSpPr>
            <p:spPr>
              <a:xfrm>
                <a:off x="403200" y="385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1" name="Google Shape;963;p29"/>
              <p:cNvSpPr/>
              <p:nvPr/>
            </p:nvSpPr>
            <p:spPr>
              <a:xfrm>
                <a:off x="403200" y="3715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2" name="Google Shape;964;p29"/>
            <p:cNvGrpSpPr/>
            <p:nvPr/>
          </p:nvGrpSpPr>
          <p:grpSpPr>
            <a:xfrm>
              <a:off x="8499600" y="1028160"/>
              <a:ext cx="187920" cy="188640"/>
              <a:chOff x="8499600" y="1028160"/>
              <a:chExt cx="187920" cy="188640"/>
            </a:xfrm>
          </p:grpSpPr>
          <p:sp>
            <p:nvSpPr>
              <p:cNvPr id="653" name="Google Shape;965;p29"/>
              <p:cNvSpPr/>
              <p:nvPr/>
            </p:nvSpPr>
            <p:spPr>
              <a:xfrm>
                <a:off x="8569800" y="1117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4" name="Google Shape;966;p29"/>
              <p:cNvSpPr/>
              <p:nvPr/>
            </p:nvSpPr>
            <p:spPr>
              <a:xfrm>
                <a:off x="8638560" y="1117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5" name="Google Shape;967;p29"/>
              <p:cNvSpPr/>
              <p:nvPr/>
            </p:nvSpPr>
            <p:spPr>
              <a:xfrm>
                <a:off x="8499600" y="1117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6" name="Google Shape;968;p29"/>
              <p:cNvSpPr/>
              <p:nvPr/>
            </p:nvSpPr>
            <p:spPr>
              <a:xfrm>
                <a:off x="8586720" y="1099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969;p29"/>
              <p:cNvSpPr/>
              <p:nvPr/>
            </p:nvSpPr>
            <p:spPr>
              <a:xfrm>
                <a:off x="8586720" y="1168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970;p29"/>
              <p:cNvSpPr/>
              <p:nvPr/>
            </p:nvSpPr>
            <p:spPr>
              <a:xfrm>
                <a:off x="8586720" y="1028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9" name="Google Shape;971;p29"/>
            <p:cNvGrpSpPr/>
            <p:nvPr/>
          </p:nvGrpSpPr>
          <p:grpSpPr>
            <a:xfrm>
              <a:off x="8768880" y="1769400"/>
              <a:ext cx="187920" cy="188280"/>
              <a:chOff x="8768880" y="1769400"/>
              <a:chExt cx="187920" cy="188280"/>
            </a:xfrm>
          </p:grpSpPr>
          <p:sp>
            <p:nvSpPr>
              <p:cNvPr id="660" name="Google Shape;972;p29"/>
              <p:cNvSpPr/>
              <p:nvPr/>
            </p:nvSpPr>
            <p:spPr>
              <a:xfrm>
                <a:off x="8839080" y="1857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973;p29"/>
              <p:cNvSpPr/>
              <p:nvPr/>
            </p:nvSpPr>
            <p:spPr>
              <a:xfrm>
                <a:off x="8907840" y="1857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974;p29"/>
              <p:cNvSpPr/>
              <p:nvPr/>
            </p:nvSpPr>
            <p:spPr>
              <a:xfrm>
                <a:off x="8768880" y="1857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975;p29"/>
              <p:cNvSpPr/>
              <p:nvPr/>
            </p:nvSpPr>
            <p:spPr>
              <a:xfrm>
                <a:off x="8856000" y="184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976;p29"/>
              <p:cNvSpPr/>
              <p:nvPr/>
            </p:nvSpPr>
            <p:spPr>
              <a:xfrm>
                <a:off x="8856000" y="1909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977;p29"/>
              <p:cNvSpPr/>
              <p:nvPr/>
            </p:nvSpPr>
            <p:spPr>
              <a:xfrm>
                <a:off x="8856000" y="176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66" name="Google Shape;978;p29"/>
          <p:cNvGrpSpPr/>
          <p:nvPr/>
        </p:nvGrpSpPr>
        <p:grpSpPr>
          <a:xfrm>
            <a:off x="-1902960" y="-2131560"/>
            <a:ext cx="12695040" cy="9487800"/>
            <a:chOff x="-1902960" y="-2131560"/>
            <a:chExt cx="12695040" cy="9487800"/>
          </a:xfrm>
        </p:grpSpPr>
        <p:sp>
          <p:nvSpPr>
            <p:cNvPr id="667" name="Google Shape;979;p29"/>
            <p:cNvSpPr/>
            <p:nvPr/>
          </p:nvSpPr>
          <p:spPr>
            <a:xfrm rot="19392000" flipH="1">
              <a:off x="7179480" y="-17758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8" name="Google Shape;980;p29"/>
            <p:cNvSpPr/>
            <p:nvPr/>
          </p:nvSpPr>
          <p:spPr>
            <a:xfrm rot="1809600">
              <a:off x="-725040" y="44056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669" name="Google Shape;981;p29"/>
            <p:cNvSpPr/>
            <p:nvPr/>
          </p:nvSpPr>
          <p:spPr>
            <a:xfrm rot="14749200">
              <a:off x="7179840" y="-10684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982;p29"/>
            <p:cNvSpPr/>
            <p:nvPr/>
          </p:nvSpPr>
          <p:spPr>
            <a:xfrm rot="15062400" flipH="1">
              <a:off x="-1351440" y="36295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sp>
        <p:nvSpPr>
          <p:cNvPr id="671"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72" name="Google Shape;985;p30"/>
          <p:cNvGrpSpPr/>
          <p:nvPr/>
        </p:nvGrpSpPr>
        <p:grpSpPr>
          <a:xfrm>
            <a:off x="504360" y="444960"/>
            <a:ext cx="7615800" cy="4409280"/>
            <a:chOff x="504360" y="444960"/>
            <a:chExt cx="7615800" cy="4409280"/>
          </a:xfrm>
        </p:grpSpPr>
        <p:grpSp>
          <p:nvGrpSpPr>
            <p:cNvPr id="673" name="Google Shape;986;p30"/>
            <p:cNvGrpSpPr/>
            <p:nvPr/>
          </p:nvGrpSpPr>
          <p:grpSpPr>
            <a:xfrm>
              <a:off x="6505200" y="4665600"/>
              <a:ext cx="188280" cy="188640"/>
              <a:chOff x="6505200" y="4665600"/>
              <a:chExt cx="188280" cy="188640"/>
            </a:xfrm>
          </p:grpSpPr>
          <p:sp>
            <p:nvSpPr>
              <p:cNvPr id="674" name="Google Shape;987;p30"/>
              <p:cNvSpPr/>
              <p:nvPr/>
            </p:nvSpPr>
            <p:spPr>
              <a:xfrm>
                <a:off x="6575400" y="4754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5" name="Google Shape;988;p30"/>
              <p:cNvSpPr/>
              <p:nvPr/>
            </p:nvSpPr>
            <p:spPr>
              <a:xfrm>
                <a:off x="6644520" y="4754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6" name="Google Shape;989;p30"/>
              <p:cNvSpPr/>
              <p:nvPr/>
            </p:nvSpPr>
            <p:spPr>
              <a:xfrm>
                <a:off x="6505200" y="4754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990;p30"/>
              <p:cNvSpPr/>
              <p:nvPr/>
            </p:nvSpPr>
            <p:spPr>
              <a:xfrm>
                <a:off x="6592320" y="4736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991;p30"/>
              <p:cNvSpPr/>
              <p:nvPr/>
            </p:nvSpPr>
            <p:spPr>
              <a:xfrm>
                <a:off x="6592320" y="4806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992;p30"/>
              <p:cNvSpPr/>
              <p:nvPr/>
            </p:nvSpPr>
            <p:spPr>
              <a:xfrm>
                <a:off x="6592320" y="4665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0" name="Google Shape;993;p30"/>
            <p:cNvGrpSpPr/>
            <p:nvPr/>
          </p:nvGrpSpPr>
          <p:grpSpPr>
            <a:xfrm>
              <a:off x="504360" y="1017720"/>
              <a:ext cx="188280" cy="188640"/>
              <a:chOff x="504360" y="1017720"/>
              <a:chExt cx="188280" cy="188640"/>
            </a:xfrm>
          </p:grpSpPr>
          <p:sp>
            <p:nvSpPr>
              <p:cNvPr id="681" name="Google Shape;994;p30"/>
              <p:cNvSpPr/>
              <p:nvPr/>
            </p:nvSpPr>
            <p:spPr>
              <a:xfrm>
                <a:off x="574560" y="1106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2" name="Google Shape;995;p30"/>
              <p:cNvSpPr/>
              <p:nvPr/>
            </p:nvSpPr>
            <p:spPr>
              <a:xfrm>
                <a:off x="643680" y="1106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3" name="Google Shape;996;p30"/>
              <p:cNvSpPr/>
              <p:nvPr/>
            </p:nvSpPr>
            <p:spPr>
              <a:xfrm>
                <a:off x="504360" y="1106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997;p30"/>
              <p:cNvSpPr/>
              <p:nvPr/>
            </p:nvSpPr>
            <p:spPr>
              <a:xfrm>
                <a:off x="591480" y="1089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5" name="Google Shape;998;p30"/>
              <p:cNvSpPr/>
              <p:nvPr/>
            </p:nvSpPr>
            <p:spPr>
              <a:xfrm>
                <a:off x="591480" y="1158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6" name="Google Shape;999;p30"/>
              <p:cNvSpPr/>
              <p:nvPr/>
            </p:nvSpPr>
            <p:spPr>
              <a:xfrm>
                <a:off x="591480" y="1017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7" name="Google Shape;1000;p30"/>
            <p:cNvGrpSpPr/>
            <p:nvPr/>
          </p:nvGrpSpPr>
          <p:grpSpPr>
            <a:xfrm>
              <a:off x="1157040" y="444960"/>
              <a:ext cx="188280" cy="188640"/>
              <a:chOff x="1157040" y="444960"/>
              <a:chExt cx="188280" cy="188640"/>
            </a:xfrm>
          </p:grpSpPr>
          <p:sp>
            <p:nvSpPr>
              <p:cNvPr id="688" name="Google Shape;1001;p30"/>
              <p:cNvSpPr/>
              <p:nvPr/>
            </p:nvSpPr>
            <p:spPr>
              <a:xfrm>
                <a:off x="122760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9" name="Google Shape;1002;p30"/>
              <p:cNvSpPr/>
              <p:nvPr/>
            </p:nvSpPr>
            <p:spPr>
              <a:xfrm>
                <a:off x="129636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1003;p30"/>
              <p:cNvSpPr/>
              <p:nvPr/>
            </p:nvSpPr>
            <p:spPr>
              <a:xfrm>
                <a:off x="115704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1" name="Google Shape;1004;p30"/>
              <p:cNvSpPr/>
              <p:nvPr/>
            </p:nvSpPr>
            <p:spPr>
              <a:xfrm>
                <a:off x="124452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2" name="Google Shape;1005;p30"/>
              <p:cNvSpPr/>
              <p:nvPr/>
            </p:nvSpPr>
            <p:spPr>
              <a:xfrm>
                <a:off x="124452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1006;p30"/>
              <p:cNvSpPr/>
              <p:nvPr/>
            </p:nvSpPr>
            <p:spPr>
              <a:xfrm>
                <a:off x="124452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4" name="Google Shape;1007;p30"/>
            <p:cNvGrpSpPr/>
            <p:nvPr/>
          </p:nvGrpSpPr>
          <p:grpSpPr>
            <a:xfrm>
              <a:off x="7931880" y="4410000"/>
              <a:ext cx="188280" cy="188280"/>
              <a:chOff x="7931880" y="4410000"/>
              <a:chExt cx="188280" cy="188280"/>
            </a:xfrm>
          </p:grpSpPr>
          <p:sp>
            <p:nvSpPr>
              <p:cNvPr id="695" name="Google Shape;1008;p30"/>
              <p:cNvSpPr/>
              <p:nvPr/>
            </p:nvSpPr>
            <p:spPr>
              <a:xfrm>
                <a:off x="8002440" y="4498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1009;p30"/>
              <p:cNvSpPr/>
              <p:nvPr/>
            </p:nvSpPr>
            <p:spPr>
              <a:xfrm>
                <a:off x="8071200" y="4498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010;p30"/>
              <p:cNvSpPr/>
              <p:nvPr/>
            </p:nvSpPr>
            <p:spPr>
              <a:xfrm>
                <a:off x="7931880" y="4498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011;p30"/>
              <p:cNvSpPr/>
              <p:nvPr/>
            </p:nvSpPr>
            <p:spPr>
              <a:xfrm>
                <a:off x="8019000" y="4481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012;p30"/>
              <p:cNvSpPr/>
              <p:nvPr/>
            </p:nvSpPr>
            <p:spPr>
              <a:xfrm>
                <a:off x="8019000" y="4550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013;p30"/>
              <p:cNvSpPr/>
              <p:nvPr/>
            </p:nvSpPr>
            <p:spPr>
              <a:xfrm>
                <a:off x="8019000" y="441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01" name="Google Shape;1014;p30"/>
          <p:cNvGrpSpPr/>
          <p:nvPr/>
        </p:nvGrpSpPr>
        <p:grpSpPr>
          <a:xfrm>
            <a:off x="-1977120" y="-2183760"/>
            <a:ext cx="12523680" cy="9183960"/>
            <a:chOff x="-1977120" y="-2183760"/>
            <a:chExt cx="12523680" cy="9183960"/>
          </a:xfrm>
        </p:grpSpPr>
        <p:sp>
          <p:nvSpPr>
            <p:cNvPr id="702" name="Google Shape;1015;p30"/>
            <p:cNvSpPr/>
            <p:nvPr/>
          </p:nvSpPr>
          <p:spPr>
            <a:xfrm rot="19736400">
              <a:off x="-675360" y="-13770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703" name="Google Shape;1016;p30"/>
            <p:cNvSpPr/>
            <p:nvPr/>
          </p:nvSpPr>
          <p:spPr>
            <a:xfrm rot="21010200">
              <a:off x="6662160" y="40676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4" name="Google Shape;1017;p30"/>
            <p:cNvSpPr/>
            <p:nvPr/>
          </p:nvSpPr>
          <p:spPr>
            <a:xfrm rot="14967000" flipH="1">
              <a:off x="-1411560" y="-4255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018;p30"/>
            <p:cNvSpPr/>
            <p:nvPr/>
          </p:nvSpPr>
          <p:spPr>
            <a:xfrm rot="6348000" flipH="1">
              <a:off x="6559920" y="43272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70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707" name="PlaceHolder 2"/>
          <p:cNvSpPr>
            <a:spLocks noGrp="1"/>
          </p:cNvSpPr>
          <p:nvPr>
            <p:ph type="body"/>
          </p:nvPr>
        </p:nvSpPr>
        <p:spPr>
          <a:xfrm>
            <a:off x="720000" y="1183320"/>
            <a:ext cx="7703640" cy="407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708" name="Google Shape;80;p4"/>
          <p:cNvGrpSpPr/>
          <p:nvPr/>
        </p:nvGrpSpPr>
        <p:grpSpPr>
          <a:xfrm>
            <a:off x="-1419480" y="-2247480"/>
            <a:ext cx="11783520" cy="8991000"/>
            <a:chOff x="-1419480" y="-2247480"/>
            <a:chExt cx="11783520" cy="8991000"/>
          </a:xfrm>
        </p:grpSpPr>
        <p:sp>
          <p:nvSpPr>
            <p:cNvPr id="709" name="Google Shape;81;p4"/>
            <p:cNvSpPr/>
            <p:nvPr/>
          </p:nvSpPr>
          <p:spPr>
            <a:xfrm rot="21259200">
              <a:off x="6206760" y="44035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82;p4"/>
            <p:cNvSpPr/>
            <p:nvPr/>
          </p:nvSpPr>
          <p:spPr>
            <a:xfrm rot="16200000" flipH="1">
              <a:off x="-1080360" y="-1884240"/>
              <a:ext cx="2436480" cy="3115080"/>
            </a:xfrm>
            <a:custGeom>
              <a:avLst/>
              <a:gdLst>
                <a:gd name="textAreaLeft" fmla="*/ 360 w 2436480"/>
                <a:gd name="textAreaRight" fmla="*/ 243720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1" name="Google Shape;83;p4"/>
            <p:cNvSpPr/>
            <p:nvPr/>
          </p:nvSpPr>
          <p:spPr>
            <a:xfrm rot="20038200">
              <a:off x="-1071000" y="-153936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84;p4"/>
            <p:cNvSpPr/>
            <p:nvPr/>
          </p:nvSpPr>
          <p:spPr>
            <a:xfrm rot="5400000" flipH="1">
              <a:off x="8011440" y="39376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3" name="Google Shape;85;p4"/>
          <p:cNvGrpSpPr/>
          <p:nvPr/>
        </p:nvGrpSpPr>
        <p:grpSpPr>
          <a:xfrm>
            <a:off x="524880" y="317160"/>
            <a:ext cx="8284320" cy="4377600"/>
            <a:chOff x="524880" y="317160"/>
            <a:chExt cx="8284320" cy="4377600"/>
          </a:xfrm>
        </p:grpSpPr>
        <p:grpSp>
          <p:nvGrpSpPr>
            <p:cNvPr id="714" name="Google Shape;86;p4"/>
            <p:cNvGrpSpPr/>
            <p:nvPr/>
          </p:nvGrpSpPr>
          <p:grpSpPr>
            <a:xfrm>
              <a:off x="524880" y="878040"/>
              <a:ext cx="188280" cy="188640"/>
              <a:chOff x="524880" y="878040"/>
              <a:chExt cx="188280" cy="188640"/>
            </a:xfrm>
          </p:grpSpPr>
          <p:sp>
            <p:nvSpPr>
              <p:cNvPr id="715" name="Google Shape;87;p4"/>
              <p:cNvSpPr/>
              <p:nvPr/>
            </p:nvSpPr>
            <p:spPr>
              <a:xfrm>
                <a:off x="595080" y="966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88;p4"/>
              <p:cNvSpPr/>
              <p:nvPr/>
            </p:nvSpPr>
            <p:spPr>
              <a:xfrm>
                <a:off x="664200" y="966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89;p4"/>
              <p:cNvSpPr/>
              <p:nvPr/>
            </p:nvSpPr>
            <p:spPr>
              <a:xfrm>
                <a:off x="524880" y="966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90;p4"/>
              <p:cNvSpPr/>
              <p:nvPr/>
            </p:nvSpPr>
            <p:spPr>
              <a:xfrm>
                <a:off x="612000" y="949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91;p4"/>
              <p:cNvSpPr/>
              <p:nvPr/>
            </p:nvSpPr>
            <p:spPr>
              <a:xfrm>
                <a:off x="612000" y="1018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92;p4"/>
              <p:cNvSpPr/>
              <p:nvPr/>
            </p:nvSpPr>
            <p:spPr>
              <a:xfrm>
                <a:off x="612000" y="878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1" name="Google Shape;93;p4"/>
            <p:cNvGrpSpPr/>
            <p:nvPr/>
          </p:nvGrpSpPr>
          <p:grpSpPr>
            <a:xfrm>
              <a:off x="956160" y="317160"/>
              <a:ext cx="188280" cy="188640"/>
              <a:chOff x="956160" y="317160"/>
              <a:chExt cx="188280" cy="188640"/>
            </a:xfrm>
          </p:grpSpPr>
          <p:sp>
            <p:nvSpPr>
              <p:cNvPr id="722" name="Google Shape;94;p4"/>
              <p:cNvSpPr/>
              <p:nvPr/>
            </p:nvSpPr>
            <p:spPr>
              <a:xfrm>
                <a:off x="1026720" y="405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95;p4"/>
              <p:cNvSpPr/>
              <p:nvPr/>
            </p:nvSpPr>
            <p:spPr>
              <a:xfrm>
                <a:off x="1095480" y="405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96;p4"/>
              <p:cNvSpPr/>
              <p:nvPr/>
            </p:nvSpPr>
            <p:spPr>
              <a:xfrm>
                <a:off x="956160" y="405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97;p4"/>
              <p:cNvSpPr/>
              <p:nvPr/>
            </p:nvSpPr>
            <p:spPr>
              <a:xfrm>
                <a:off x="1043640" y="388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98;p4"/>
              <p:cNvSpPr/>
              <p:nvPr/>
            </p:nvSpPr>
            <p:spPr>
              <a:xfrm>
                <a:off x="1043640" y="457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99;p4"/>
              <p:cNvSpPr/>
              <p:nvPr/>
            </p:nvSpPr>
            <p:spPr>
              <a:xfrm>
                <a:off x="1043640" y="317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8" name="Google Shape;100;p4"/>
            <p:cNvGrpSpPr/>
            <p:nvPr/>
          </p:nvGrpSpPr>
          <p:grpSpPr>
            <a:xfrm>
              <a:off x="8620920" y="3925080"/>
              <a:ext cx="188280" cy="188280"/>
              <a:chOff x="8620920" y="3925080"/>
              <a:chExt cx="188280" cy="188280"/>
            </a:xfrm>
          </p:grpSpPr>
          <p:sp>
            <p:nvSpPr>
              <p:cNvPr id="729" name="Google Shape;101;p4"/>
              <p:cNvSpPr/>
              <p:nvPr/>
            </p:nvSpPr>
            <p:spPr>
              <a:xfrm>
                <a:off x="8691120" y="4013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0" name="Google Shape;102;p4"/>
              <p:cNvSpPr/>
              <p:nvPr/>
            </p:nvSpPr>
            <p:spPr>
              <a:xfrm>
                <a:off x="8760240" y="4013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1" name="Google Shape;103;p4"/>
              <p:cNvSpPr/>
              <p:nvPr/>
            </p:nvSpPr>
            <p:spPr>
              <a:xfrm>
                <a:off x="8620920" y="4013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104;p4"/>
              <p:cNvSpPr/>
              <p:nvPr/>
            </p:nvSpPr>
            <p:spPr>
              <a:xfrm>
                <a:off x="8708040" y="3996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105;p4"/>
              <p:cNvSpPr/>
              <p:nvPr/>
            </p:nvSpPr>
            <p:spPr>
              <a:xfrm>
                <a:off x="8708040" y="4065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06;p4"/>
              <p:cNvSpPr/>
              <p:nvPr/>
            </p:nvSpPr>
            <p:spPr>
              <a:xfrm>
                <a:off x="8708040" y="392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5" name="Google Shape;107;p4"/>
            <p:cNvGrpSpPr/>
            <p:nvPr/>
          </p:nvGrpSpPr>
          <p:grpSpPr>
            <a:xfrm>
              <a:off x="7646760" y="4506120"/>
              <a:ext cx="188280" cy="188640"/>
              <a:chOff x="7646760" y="4506120"/>
              <a:chExt cx="188280" cy="188640"/>
            </a:xfrm>
          </p:grpSpPr>
          <p:sp>
            <p:nvSpPr>
              <p:cNvPr id="736" name="Google Shape;108;p4"/>
              <p:cNvSpPr/>
              <p:nvPr/>
            </p:nvSpPr>
            <p:spPr>
              <a:xfrm>
                <a:off x="7716960" y="4594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109;p4"/>
              <p:cNvSpPr/>
              <p:nvPr/>
            </p:nvSpPr>
            <p:spPr>
              <a:xfrm>
                <a:off x="7786080" y="4594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110;p4"/>
              <p:cNvSpPr/>
              <p:nvPr/>
            </p:nvSpPr>
            <p:spPr>
              <a:xfrm>
                <a:off x="7646760" y="4594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111;p4"/>
              <p:cNvSpPr/>
              <p:nvPr/>
            </p:nvSpPr>
            <p:spPr>
              <a:xfrm>
                <a:off x="7733880" y="457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12;p4"/>
              <p:cNvSpPr/>
              <p:nvPr/>
            </p:nvSpPr>
            <p:spPr>
              <a:xfrm>
                <a:off x="7733880" y="464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13;p4"/>
              <p:cNvSpPr/>
              <p:nvPr/>
            </p:nvSpPr>
            <p:spPr>
              <a:xfrm>
                <a:off x="7733880" y="450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958" name="Google Shape;115;p5"/>
          <p:cNvGrpSpPr/>
          <p:nvPr/>
        </p:nvGrpSpPr>
        <p:grpSpPr>
          <a:xfrm>
            <a:off x="961560" y="828360"/>
            <a:ext cx="7636680" cy="3843720"/>
            <a:chOff x="961560" y="828360"/>
            <a:chExt cx="7636680" cy="3843720"/>
          </a:xfrm>
        </p:grpSpPr>
        <p:grpSp>
          <p:nvGrpSpPr>
            <p:cNvPr id="959" name="Google Shape;116;p5"/>
            <p:cNvGrpSpPr/>
            <p:nvPr/>
          </p:nvGrpSpPr>
          <p:grpSpPr>
            <a:xfrm>
              <a:off x="8410320" y="1617480"/>
              <a:ext cx="187920" cy="188640"/>
              <a:chOff x="8410320" y="1617480"/>
              <a:chExt cx="187920" cy="188640"/>
            </a:xfrm>
          </p:grpSpPr>
          <p:sp>
            <p:nvSpPr>
              <p:cNvPr id="960" name="Google Shape;117;p5"/>
              <p:cNvSpPr/>
              <p:nvPr/>
            </p:nvSpPr>
            <p:spPr>
              <a:xfrm>
                <a:off x="848052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18;p5"/>
              <p:cNvSpPr/>
              <p:nvPr/>
            </p:nvSpPr>
            <p:spPr>
              <a:xfrm>
                <a:off x="854928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2" name="Google Shape;119;p5"/>
              <p:cNvSpPr/>
              <p:nvPr/>
            </p:nvSpPr>
            <p:spPr>
              <a:xfrm>
                <a:off x="8410320" y="1706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3" name="Google Shape;120;p5"/>
              <p:cNvSpPr/>
              <p:nvPr/>
            </p:nvSpPr>
            <p:spPr>
              <a:xfrm>
                <a:off x="8497440" y="1688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21;p5"/>
              <p:cNvSpPr/>
              <p:nvPr/>
            </p:nvSpPr>
            <p:spPr>
              <a:xfrm>
                <a:off x="8497440" y="1758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22;p5"/>
              <p:cNvSpPr/>
              <p:nvPr/>
            </p:nvSpPr>
            <p:spPr>
              <a:xfrm>
                <a:off x="8497440" y="161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6" name="Google Shape;123;p5"/>
            <p:cNvGrpSpPr/>
            <p:nvPr/>
          </p:nvGrpSpPr>
          <p:grpSpPr>
            <a:xfrm>
              <a:off x="961560" y="4218120"/>
              <a:ext cx="188280" cy="188640"/>
              <a:chOff x="961560" y="4218120"/>
              <a:chExt cx="188280" cy="188640"/>
            </a:xfrm>
          </p:grpSpPr>
          <p:sp>
            <p:nvSpPr>
              <p:cNvPr id="967" name="Google Shape;124;p5"/>
              <p:cNvSpPr/>
              <p:nvPr/>
            </p:nvSpPr>
            <p:spPr>
              <a:xfrm>
                <a:off x="1031760" y="4306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8" name="Google Shape;125;p5"/>
              <p:cNvSpPr/>
              <p:nvPr/>
            </p:nvSpPr>
            <p:spPr>
              <a:xfrm>
                <a:off x="1100880" y="4306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9" name="Google Shape;126;p5"/>
              <p:cNvSpPr/>
              <p:nvPr/>
            </p:nvSpPr>
            <p:spPr>
              <a:xfrm>
                <a:off x="961560" y="4306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127;p5"/>
              <p:cNvSpPr/>
              <p:nvPr/>
            </p:nvSpPr>
            <p:spPr>
              <a:xfrm>
                <a:off x="1048680" y="428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1" name="Google Shape;128;p5"/>
              <p:cNvSpPr/>
              <p:nvPr/>
            </p:nvSpPr>
            <p:spPr>
              <a:xfrm>
                <a:off x="1048680" y="4358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2" name="Google Shape;129;p5"/>
              <p:cNvSpPr/>
              <p:nvPr/>
            </p:nvSpPr>
            <p:spPr>
              <a:xfrm>
                <a:off x="1048680" y="421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3" name="Google Shape;130;p5"/>
            <p:cNvGrpSpPr/>
            <p:nvPr/>
          </p:nvGrpSpPr>
          <p:grpSpPr>
            <a:xfrm>
              <a:off x="1690560" y="4483800"/>
              <a:ext cx="188280" cy="188280"/>
              <a:chOff x="1690560" y="4483800"/>
              <a:chExt cx="188280" cy="188280"/>
            </a:xfrm>
          </p:grpSpPr>
          <p:sp>
            <p:nvSpPr>
              <p:cNvPr id="974" name="Google Shape;131;p5"/>
              <p:cNvSpPr/>
              <p:nvPr/>
            </p:nvSpPr>
            <p:spPr>
              <a:xfrm>
                <a:off x="1760760" y="457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5" name="Google Shape;132;p5"/>
              <p:cNvSpPr/>
              <p:nvPr/>
            </p:nvSpPr>
            <p:spPr>
              <a:xfrm>
                <a:off x="1829880" y="457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6" name="Google Shape;133;p5"/>
              <p:cNvSpPr/>
              <p:nvPr/>
            </p:nvSpPr>
            <p:spPr>
              <a:xfrm>
                <a:off x="1690560" y="4572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34;p5"/>
              <p:cNvSpPr/>
              <p:nvPr/>
            </p:nvSpPr>
            <p:spPr>
              <a:xfrm>
                <a:off x="1777680" y="455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35;p5"/>
              <p:cNvSpPr/>
              <p:nvPr/>
            </p:nvSpPr>
            <p:spPr>
              <a:xfrm>
                <a:off x="1777680" y="4624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36;p5"/>
              <p:cNvSpPr/>
              <p:nvPr/>
            </p:nvSpPr>
            <p:spPr>
              <a:xfrm>
                <a:off x="1777680" y="4483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0" name="Google Shape;137;p5"/>
            <p:cNvGrpSpPr/>
            <p:nvPr/>
          </p:nvGrpSpPr>
          <p:grpSpPr>
            <a:xfrm>
              <a:off x="7931880" y="828360"/>
              <a:ext cx="188280" cy="188640"/>
              <a:chOff x="7931880" y="828360"/>
              <a:chExt cx="188280" cy="188640"/>
            </a:xfrm>
          </p:grpSpPr>
          <p:sp>
            <p:nvSpPr>
              <p:cNvPr id="981" name="Google Shape;138;p5"/>
              <p:cNvSpPr/>
              <p:nvPr/>
            </p:nvSpPr>
            <p:spPr>
              <a:xfrm>
                <a:off x="800244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2" name="Google Shape;139;p5"/>
              <p:cNvSpPr/>
              <p:nvPr/>
            </p:nvSpPr>
            <p:spPr>
              <a:xfrm>
                <a:off x="807120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3" name="Google Shape;140;p5"/>
              <p:cNvSpPr/>
              <p:nvPr/>
            </p:nvSpPr>
            <p:spPr>
              <a:xfrm>
                <a:off x="7931880" y="916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Google Shape;141;p5"/>
              <p:cNvSpPr/>
              <p:nvPr/>
            </p:nvSpPr>
            <p:spPr>
              <a:xfrm>
                <a:off x="8019000" y="89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5" name="Google Shape;142;p5"/>
              <p:cNvSpPr/>
              <p:nvPr/>
            </p:nvSpPr>
            <p:spPr>
              <a:xfrm>
                <a:off x="8019000" y="96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6" name="Google Shape;143;p5"/>
              <p:cNvSpPr/>
              <p:nvPr/>
            </p:nvSpPr>
            <p:spPr>
              <a:xfrm>
                <a:off x="8019000" y="828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87" name="Google Shape;144;p5"/>
          <p:cNvGrpSpPr/>
          <p:nvPr/>
        </p:nvGrpSpPr>
        <p:grpSpPr>
          <a:xfrm>
            <a:off x="-1955880" y="-1981440"/>
            <a:ext cx="12990240" cy="9448200"/>
            <a:chOff x="-1955880" y="-1981440"/>
            <a:chExt cx="12990240" cy="9448200"/>
          </a:xfrm>
        </p:grpSpPr>
        <p:sp>
          <p:nvSpPr>
            <p:cNvPr id="988" name="Google Shape;145;p5"/>
            <p:cNvSpPr/>
            <p:nvPr/>
          </p:nvSpPr>
          <p:spPr>
            <a:xfrm rot="12402600">
              <a:off x="6162840" y="-12589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46;p5"/>
            <p:cNvSpPr/>
            <p:nvPr/>
          </p:nvSpPr>
          <p:spPr>
            <a:xfrm rot="2474400">
              <a:off x="-882360" y="43459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47;p5"/>
            <p:cNvSpPr/>
            <p:nvPr/>
          </p:nvSpPr>
          <p:spPr>
            <a:xfrm rot="14967000" flipH="1">
              <a:off x="-1390320" y="27529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48;p5"/>
            <p:cNvSpPr/>
            <p:nvPr/>
          </p:nvSpPr>
          <p:spPr>
            <a:xfrm rot="6348000" flipH="1">
              <a:off x="8450640" y="-5882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9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9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994" name="Google Shape;156;p6"/>
          <p:cNvGrpSpPr/>
          <p:nvPr/>
        </p:nvGrpSpPr>
        <p:grpSpPr>
          <a:xfrm>
            <a:off x="447120" y="1433880"/>
            <a:ext cx="8422200" cy="3326760"/>
            <a:chOff x="447120" y="1433880"/>
            <a:chExt cx="8422200" cy="3326760"/>
          </a:xfrm>
        </p:grpSpPr>
        <p:grpSp>
          <p:nvGrpSpPr>
            <p:cNvPr id="995" name="Google Shape;157;p6"/>
            <p:cNvGrpSpPr/>
            <p:nvPr/>
          </p:nvGrpSpPr>
          <p:grpSpPr>
            <a:xfrm>
              <a:off x="8681040" y="2025000"/>
              <a:ext cx="188280" cy="188640"/>
              <a:chOff x="8681040" y="2025000"/>
              <a:chExt cx="188280" cy="188640"/>
            </a:xfrm>
          </p:grpSpPr>
          <p:sp>
            <p:nvSpPr>
              <p:cNvPr id="996" name="Google Shape;158;p6"/>
              <p:cNvSpPr/>
              <p:nvPr/>
            </p:nvSpPr>
            <p:spPr>
              <a:xfrm>
                <a:off x="8751600" y="2113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9;p6"/>
              <p:cNvSpPr/>
              <p:nvPr/>
            </p:nvSpPr>
            <p:spPr>
              <a:xfrm>
                <a:off x="8820360" y="2113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8" name="Google Shape;160;p6"/>
              <p:cNvSpPr/>
              <p:nvPr/>
            </p:nvSpPr>
            <p:spPr>
              <a:xfrm>
                <a:off x="8681040" y="2113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61;p6"/>
              <p:cNvSpPr/>
              <p:nvPr/>
            </p:nvSpPr>
            <p:spPr>
              <a:xfrm>
                <a:off x="8768160" y="2096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62;p6"/>
              <p:cNvSpPr/>
              <p:nvPr/>
            </p:nvSpPr>
            <p:spPr>
              <a:xfrm>
                <a:off x="8768160" y="2165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63;p6"/>
              <p:cNvSpPr/>
              <p:nvPr/>
            </p:nvSpPr>
            <p:spPr>
              <a:xfrm>
                <a:off x="8768160" y="2025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2" name="Google Shape;164;p6"/>
            <p:cNvGrpSpPr/>
            <p:nvPr/>
          </p:nvGrpSpPr>
          <p:grpSpPr>
            <a:xfrm>
              <a:off x="8336520" y="1433880"/>
              <a:ext cx="188280" cy="188280"/>
              <a:chOff x="8336520" y="1433880"/>
              <a:chExt cx="188280" cy="188280"/>
            </a:xfrm>
          </p:grpSpPr>
          <p:sp>
            <p:nvSpPr>
              <p:cNvPr id="1003" name="Google Shape;165;p6"/>
              <p:cNvSpPr/>
              <p:nvPr/>
            </p:nvSpPr>
            <p:spPr>
              <a:xfrm>
                <a:off x="8407080" y="152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66;p6"/>
              <p:cNvSpPr/>
              <p:nvPr/>
            </p:nvSpPr>
            <p:spPr>
              <a:xfrm>
                <a:off x="8475840" y="152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67;p6"/>
              <p:cNvSpPr/>
              <p:nvPr/>
            </p:nvSpPr>
            <p:spPr>
              <a:xfrm>
                <a:off x="8336520" y="1522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68;p6"/>
              <p:cNvSpPr/>
              <p:nvPr/>
            </p:nvSpPr>
            <p:spPr>
              <a:xfrm>
                <a:off x="8423640" y="1505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7" name="Google Shape;169;p6"/>
              <p:cNvSpPr/>
              <p:nvPr/>
            </p:nvSpPr>
            <p:spPr>
              <a:xfrm>
                <a:off x="8423640" y="15742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70;p6"/>
              <p:cNvSpPr/>
              <p:nvPr/>
            </p:nvSpPr>
            <p:spPr>
              <a:xfrm>
                <a:off x="8423640" y="143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9" name="Google Shape;171;p6"/>
            <p:cNvGrpSpPr/>
            <p:nvPr/>
          </p:nvGrpSpPr>
          <p:grpSpPr>
            <a:xfrm>
              <a:off x="1320120" y="4572360"/>
              <a:ext cx="188280" cy="188280"/>
              <a:chOff x="1320120" y="4572360"/>
              <a:chExt cx="188280" cy="188280"/>
            </a:xfrm>
          </p:grpSpPr>
          <p:sp>
            <p:nvSpPr>
              <p:cNvPr id="1010" name="Google Shape;172;p6"/>
              <p:cNvSpPr/>
              <p:nvPr/>
            </p:nvSpPr>
            <p:spPr>
              <a:xfrm>
                <a:off x="1390320" y="4660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73;p6"/>
              <p:cNvSpPr/>
              <p:nvPr/>
            </p:nvSpPr>
            <p:spPr>
              <a:xfrm>
                <a:off x="1459440" y="4660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2" name="Google Shape;174;p6"/>
              <p:cNvSpPr/>
              <p:nvPr/>
            </p:nvSpPr>
            <p:spPr>
              <a:xfrm>
                <a:off x="1320120" y="4660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3" name="Google Shape;175;p6"/>
              <p:cNvSpPr/>
              <p:nvPr/>
            </p:nvSpPr>
            <p:spPr>
              <a:xfrm>
                <a:off x="1407240" y="4643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76;p6"/>
              <p:cNvSpPr/>
              <p:nvPr/>
            </p:nvSpPr>
            <p:spPr>
              <a:xfrm>
                <a:off x="1407240" y="4712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77;p6"/>
              <p:cNvSpPr/>
              <p:nvPr/>
            </p:nvSpPr>
            <p:spPr>
              <a:xfrm>
                <a:off x="1407240" y="4572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6" name="Google Shape;178;p6"/>
            <p:cNvGrpSpPr/>
            <p:nvPr/>
          </p:nvGrpSpPr>
          <p:grpSpPr>
            <a:xfrm>
              <a:off x="447120" y="4196520"/>
              <a:ext cx="188280" cy="188280"/>
              <a:chOff x="447120" y="4196520"/>
              <a:chExt cx="188280" cy="188280"/>
            </a:xfrm>
          </p:grpSpPr>
          <p:sp>
            <p:nvSpPr>
              <p:cNvPr id="1017" name="Google Shape;179;p6"/>
              <p:cNvSpPr/>
              <p:nvPr/>
            </p:nvSpPr>
            <p:spPr>
              <a:xfrm>
                <a:off x="517320" y="4285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8" name="Google Shape;180;p6"/>
              <p:cNvSpPr/>
              <p:nvPr/>
            </p:nvSpPr>
            <p:spPr>
              <a:xfrm>
                <a:off x="586440" y="4285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9" name="Google Shape;181;p6"/>
              <p:cNvSpPr/>
              <p:nvPr/>
            </p:nvSpPr>
            <p:spPr>
              <a:xfrm>
                <a:off x="447120" y="4285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0" name="Google Shape;182;p6"/>
              <p:cNvSpPr/>
              <p:nvPr/>
            </p:nvSpPr>
            <p:spPr>
              <a:xfrm>
                <a:off x="534240" y="4267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83;p6"/>
              <p:cNvSpPr/>
              <p:nvPr/>
            </p:nvSpPr>
            <p:spPr>
              <a:xfrm>
                <a:off x="534240" y="4336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84;p6"/>
              <p:cNvSpPr/>
              <p:nvPr/>
            </p:nvSpPr>
            <p:spPr>
              <a:xfrm>
                <a:off x="534240" y="419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23" name="Google Shape;185;p6"/>
          <p:cNvGrpSpPr/>
          <p:nvPr/>
        </p:nvGrpSpPr>
        <p:grpSpPr>
          <a:xfrm>
            <a:off x="-1594080" y="-1621800"/>
            <a:ext cx="12747960" cy="9218520"/>
            <a:chOff x="-1594080" y="-1621800"/>
            <a:chExt cx="12747960" cy="9218520"/>
          </a:xfrm>
        </p:grpSpPr>
        <p:sp>
          <p:nvSpPr>
            <p:cNvPr id="1024" name="Google Shape;186;p6"/>
            <p:cNvSpPr/>
            <p:nvPr/>
          </p:nvSpPr>
          <p:spPr>
            <a:xfrm rot="1465200">
              <a:off x="6806160" y="-947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87;p6"/>
            <p:cNvSpPr/>
            <p:nvPr/>
          </p:nvSpPr>
          <p:spPr>
            <a:xfrm rot="8461200" flipH="1">
              <a:off x="207360" y="42163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88;p6"/>
            <p:cNvSpPr/>
            <p:nvPr/>
          </p:nvSpPr>
          <p:spPr>
            <a:xfrm rot="2215800" flipH="1">
              <a:off x="8503200" y="-5886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89;p6"/>
            <p:cNvSpPr/>
            <p:nvPr/>
          </p:nvSpPr>
          <p:spPr>
            <a:xfrm rot="2257200">
              <a:off x="-1321920" y="4523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097" name="PlaceHolder 1"/>
          <p:cNvSpPr>
            <a:spLocks noGrp="1"/>
          </p:cNvSpPr>
          <p:nvPr>
            <p:ph type="title"/>
          </p:nvPr>
        </p:nvSpPr>
        <p:spPr>
          <a:xfrm>
            <a:off x="713160" y="1731600"/>
            <a:ext cx="4109760" cy="116100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grpSp>
        <p:nvGrpSpPr>
          <p:cNvPr id="1098" name="Google Shape;265;p9"/>
          <p:cNvGrpSpPr/>
          <p:nvPr/>
        </p:nvGrpSpPr>
        <p:grpSpPr>
          <a:xfrm>
            <a:off x="-1978200" y="-1850760"/>
            <a:ext cx="5211360" cy="8916120"/>
            <a:chOff x="-1978200" y="-1850760"/>
            <a:chExt cx="5211360" cy="8916120"/>
          </a:xfrm>
        </p:grpSpPr>
        <p:sp>
          <p:nvSpPr>
            <p:cNvPr id="1099" name="Google Shape;266;p9"/>
            <p:cNvSpPr/>
            <p:nvPr/>
          </p:nvSpPr>
          <p:spPr>
            <a:xfrm rot="2211600">
              <a:off x="-1287360" y="-132948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0" name="Google Shape;267;p9"/>
            <p:cNvSpPr/>
            <p:nvPr/>
          </p:nvSpPr>
          <p:spPr>
            <a:xfrm rot="15370800">
              <a:off x="-862560" y="395244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268;p9"/>
            <p:cNvSpPr/>
            <p:nvPr/>
          </p:nvSpPr>
          <p:spPr>
            <a:xfrm rot="20049600">
              <a:off x="-932040" y="-1059840"/>
              <a:ext cx="4006800" cy="1647000"/>
            </a:xfrm>
            <a:custGeom>
              <a:avLst/>
              <a:gdLst>
                <a:gd name="textAreaLeft" fmla="*/ 0 w 4006800"/>
                <a:gd name="textAreaRight" fmla="*/ 4007160 w 4006800"/>
                <a:gd name="textAreaTop" fmla="*/ 0 h 1647000"/>
                <a:gd name="textAreaBottom" fmla="*/ 1647360 h 164700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02" name="Google Shape;269;p9"/>
          <p:cNvGrpSpPr/>
          <p:nvPr/>
        </p:nvGrpSpPr>
        <p:grpSpPr>
          <a:xfrm>
            <a:off x="660240" y="285480"/>
            <a:ext cx="7933680" cy="4651200"/>
            <a:chOff x="660240" y="285480"/>
            <a:chExt cx="7933680" cy="4651200"/>
          </a:xfrm>
        </p:grpSpPr>
        <p:grpSp>
          <p:nvGrpSpPr>
            <p:cNvPr id="1103" name="Google Shape;270;p9"/>
            <p:cNvGrpSpPr/>
            <p:nvPr/>
          </p:nvGrpSpPr>
          <p:grpSpPr>
            <a:xfrm>
              <a:off x="3138480" y="285480"/>
              <a:ext cx="188280" cy="188280"/>
              <a:chOff x="3138480" y="285480"/>
              <a:chExt cx="188280" cy="188280"/>
            </a:xfrm>
          </p:grpSpPr>
          <p:sp>
            <p:nvSpPr>
              <p:cNvPr id="1104" name="Google Shape;271;p9"/>
              <p:cNvSpPr/>
              <p:nvPr/>
            </p:nvSpPr>
            <p:spPr>
              <a:xfrm>
                <a:off x="3209040" y="374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5" name="Google Shape;272;p9"/>
              <p:cNvSpPr/>
              <p:nvPr/>
            </p:nvSpPr>
            <p:spPr>
              <a:xfrm>
                <a:off x="3277800" y="374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6" name="Google Shape;273;p9"/>
              <p:cNvSpPr/>
              <p:nvPr/>
            </p:nvSpPr>
            <p:spPr>
              <a:xfrm>
                <a:off x="3138480" y="374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7" name="Google Shape;274;p9"/>
              <p:cNvSpPr/>
              <p:nvPr/>
            </p:nvSpPr>
            <p:spPr>
              <a:xfrm>
                <a:off x="3225600" y="356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275;p9"/>
              <p:cNvSpPr/>
              <p:nvPr/>
            </p:nvSpPr>
            <p:spPr>
              <a:xfrm>
                <a:off x="3225600" y="425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276;p9"/>
              <p:cNvSpPr/>
              <p:nvPr/>
            </p:nvSpPr>
            <p:spPr>
              <a:xfrm>
                <a:off x="3225600" y="285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0" name="Google Shape;277;p9"/>
            <p:cNvGrpSpPr/>
            <p:nvPr/>
          </p:nvGrpSpPr>
          <p:grpSpPr>
            <a:xfrm>
              <a:off x="660240" y="1573560"/>
              <a:ext cx="188280" cy="188640"/>
              <a:chOff x="660240" y="1573560"/>
              <a:chExt cx="188280" cy="188640"/>
            </a:xfrm>
          </p:grpSpPr>
          <p:sp>
            <p:nvSpPr>
              <p:cNvPr id="1111" name="Google Shape;278;p9"/>
              <p:cNvSpPr/>
              <p:nvPr/>
            </p:nvSpPr>
            <p:spPr>
              <a:xfrm>
                <a:off x="730440" y="1662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2" name="Google Shape;279;p9"/>
              <p:cNvSpPr/>
              <p:nvPr/>
            </p:nvSpPr>
            <p:spPr>
              <a:xfrm>
                <a:off x="799560" y="1662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3" name="Google Shape;280;p9"/>
              <p:cNvSpPr/>
              <p:nvPr/>
            </p:nvSpPr>
            <p:spPr>
              <a:xfrm>
                <a:off x="660240" y="16621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4" name="Google Shape;281;p9"/>
              <p:cNvSpPr/>
              <p:nvPr/>
            </p:nvSpPr>
            <p:spPr>
              <a:xfrm>
                <a:off x="747360" y="1644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5" name="Google Shape;282;p9"/>
              <p:cNvSpPr/>
              <p:nvPr/>
            </p:nvSpPr>
            <p:spPr>
              <a:xfrm>
                <a:off x="747360" y="17143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6" name="Google Shape;283;p9"/>
              <p:cNvSpPr/>
              <p:nvPr/>
            </p:nvSpPr>
            <p:spPr>
              <a:xfrm>
                <a:off x="747360" y="1573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7" name="Google Shape;284;p9"/>
            <p:cNvGrpSpPr/>
            <p:nvPr/>
          </p:nvGrpSpPr>
          <p:grpSpPr>
            <a:xfrm>
              <a:off x="2454120" y="4514040"/>
              <a:ext cx="188280" cy="188640"/>
              <a:chOff x="2454120" y="4514040"/>
              <a:chExt cx="188280" cy="188640"/>
            </a:xfrm>
          </p:grpSpPr>
          <p:sp>
            <p:nvSpPr>
              <p:cNvPr id="1118" name="Google Shape;285;p9"/>
              <p:cNvSpPr/>
              <p:nvPr/>
            </p:nvSpPr>
            <p:spPr>
              <a:xfrm>
                <a:off x="25246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9" name="Google Shape;286;p9"/>
              <p:cNvSpPr/>
              <p:nvPr/>
            </p:nvSpPr>
            <p:spPr>
              <a:xfrm>
                <a:off x="259344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0" name="Google Shape;287;p9"/>
              <p:cNvSpPr/>
              <p:nvPr/>
            </p:nvSpPr>
            <p:spPr>
              <a:xfrm>
                <a:off x="24541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1" name="Google Shape;288;p9"/>
              <p:cNvSpPr/>
              <p:nvPr/>
            </p:nvSpPr>
            <p:spPr>
              <a:xfrm>
                <a:off x="254160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2" name="Google Shape;289;p9"/>
              <p:cNvSpPr/>
              <p:nvPr/>
            </p:nvSpPr>
            <p:spPr>
              <a:xfrm>
                <a:off x="254160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3" name="Google Shape;290;p9"/>
              <p:cNvSpPr/>
              <p:nvPr/>
            </p:nvSpPr>
            <p:spPr>
              <a:xfrm>
                <a:off x="254160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4" name="Google Shape;291;p9"/>
            <p:cNvGrpSpPr/>
            <p:nvPr/>
          </p:nvGrpSpPr>
          <p:grpSpPr>
            <a:xfrm>
              <a:off x="8267400" y="4608720"/>
              <a:ext cx="326520" cy="327960"/>
              <a:chOff x="8267400" y="4608720"/>
              <a:chExt cx="326520" cy="327960"/>
            </a:xfrm>
          </p:grpSpPr>
          <p:sp>
            <p:nvSpPr>
              <p:cNvPr id="1125" name="Google Shape;292;p9"/>
              <p:cNvSpPr/>
              <p:nvPr/>
            </p:nvSpPr>
            <p:spPr>
              <a:xfrm>
                <a:off x="8408520" y="4767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6" name="Google Shape;293;p9"/>
              <p:cNvSpPr/>
              <p:nvPr/>
            </p:nvSpPr>
            <p:spPr>
              <a:xfrm>
                <a:off x="8477280" y="4767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7" name="Google Shape;294;p9"/>
              <p:cNvSpPr/>
              <p:nvPr/>
            </p:nvSpPr>
            <p:spPr>
              <a:xfrm>
                <a:off x="8546040" y="4767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8" name="Google Shape;295;p9"/>
              <p:cNvSpPr/>
              <p:nvPr/>
            </p:nvSpPr>
            <p:spPr>
              <a:xfrm>
                <a:off x="8337960" y="4767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9" name="Google Shape;296;p9"/>
              <p:cNvSpPr/>
              <p:nvPr/>
            </p:nvSpPr>
            <p:spPr>
              <a:xfrm>
                <a:off x="8267400" y="4767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0" name="Google Shape;297;p9"/>
              <p:cNvSpPr/>
              <p:nvPr/>
            </p:nvSpPr>
            <p:spPr>
              <a:xfrm>
                <a:off x="8425800" y="4750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1" name="Google Shape;298;p9"/>
              <p:cNvSpPr/>
              <p:nvPr/>
            </p:nvSpPr>
            <p:spPr>
              <a:xfrm>
                <a:off x="8425800" y="4819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2" name="Google Shape;299;p9"/>
              <p:cNvSpPr/>
              <p:nvPr/>
            </p:nvSpPr>
            <p:spPr>
              <a:xfrm>
                <a:off x="8425800" y="4887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300;p9"/>
              <p:cNvSpPr/>
              <p:nvPr/>
            </p:nvSpPr>
            <p:spPr>
              <a:xfrm>
                <a:off x="8425800" y="4678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4" name="Google Shape;301;p9"/>
              <p:cNvSpPr/>
              <p:nvPr/>
            </p:nvSpPr>
            <p:spPr>
              <a:xfrm>
                <a:off x="8425800" y="4608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grpSp>
        <p:nvGrpSpPr>
          <p:cNvPr id="89" name="Google Shape;382;p14"/>
          <p:cNvGrpSpPr/>
          <p:nvPr/>
        </p:nvGrpSpPr>
        <p:grpSpPr>
          <a:xfrm>
            <a:off x="321480" y="1306800"/>
            <a:ext cx="8204040" cy="3301560"/>
            <a:chOff x="321480" y="1306800"/>
            <a:chExt cx="8204040" cy="3301560"/>
          </a:xfrm>
        </p:grpSpPr>
        <p:grpSp>
          <p:nvGrpSpPr>
            <p:cNvPr id="90" name="Google Shape;383;p14"/>
            <p:cNvGrpSpPr/>
            <p:nvPr/>
          </p:nvGrpSpPr>
          <p:grpSpPr>
            <a:xfrm>
              <a:off x="8337240" y="3552480"/>
              <a:ext cx="188280" cy="188640"/>
              <a:chOff x="8337240" y="3552480"/>
              <a:chExt cx="188280" cy="188640"/>
            </a:xfrm>
          </p:grpSpPr>
          <p:sp>
            <p:nvSpPr>
              <p:cNvPr id="91" name="Google Shape;384;p14"/>
              <p:cNvSpPr/>
              <p:nvPr/>
            </p:nvSpPr>
            <p:spPr>
              <a:xfrm>
                <a:off x="840780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 name="Google Shape;385;p14"/>
              <p:cNvSpPr/>
              <p:nvPr/>
            </p:nvSpPr>
            <p:spPr>
              <a:xfrm>
                <a:off x="847656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386;p14"/>
              <p:cNvSpPr/>
              <p:nvPr/>
            </p:nvSpPr>
            <p:spPr>
              <a:xfrm>
                <a:off x="8337240" y="3641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387;p14"/>
              <p:cNvSpPr/>
              <p:nvPr/>
            </p:nvSpPr>
            <p:spPr>
              <a:xfrm>
                <a:off x="8424360" y="362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388;p14"/>
              <p:cNvSpPr/>
              <p:nvPr/>
            </p:nvSpPr>
            <p:spPr>
              <a:xfrm>
                <a:off x="8424360" y="3693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389;p14"/>
              <p:cNvSpPr/>
              <p:nvPr/>
            </p:nvSpPr>
            <p:spPr>
              <a:xfrm>
                <a:off x="8424360" y="3552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 name="Google Shape;390;p14"/>
            <p:cNvGrpSpPr/>
            <p:nvPr/>
          </p:nvGrpSpPr>
          <p:grpSpPr>
            <a:xfrm>
              <a:off x="7239600" y="4419720"/>
              <a:ext cx="187920" cy="188640"/>
              <a:chOff x="7239600" y="4419720"/>
              <a:chExt cx="187920" cy="188640"/>
            </a:xfrm>
          </p:grpSpPr>
          <p:sp>
            <p:nvSpPr>
              <p:cNvPr id="98" name="Google Shape;391;p14"/>
              <p:cNvSpPr/>
              <p:nvPr/>
            </p:nvSpPr>
            <p:spPr>
              <a:xfrm>
                <a:off x="730980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392;p14"/>
              <p:cNvSpPr/>
              <p:nvPr/>
            </p:nvSpPr>
            <p:spPr>
              <a:xfrm>
                <a:off x="737856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393;p14"/>
              <p:cNvSpPr/>
              <p:nvPr/>
            </p:nvSpPr>
            <p:spPr>
              <a:xfrm>
                <a:off x="723960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394;p14"/>
              <p:cNvSpPr/>
              <p:nvPr/>
            </p:nvSpPr>
            <p:spPr>
              <a:xfrm>
                <a:off x="732672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 name="Google Shape;395;p14"/>
              <p:cNvSpPr/>
              <p:nvPr/>
            </p:nvSpPr>
            <p:spPr>
              <a:xfrm>
                <a:off x="732672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396;p14"/>
              <p:cNvSpPr/>
              <p:nvPr/>
            </p:nvSpPr>
            <p:spPr>
              <a:xfrm>
                <a:off x="732672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 name="Google Shape;397;p14"/>
            <p:cNvGrpSpPr/>
            <p:nvPr/>
          </p:nvGrpSpPr>
          <p:grpSpPr>
            <a:xfrm>
              <a:off x="321480" y="2044440"/>
              <a:ext cx="188280" cy="188280"/>
              <a:chOff x="321480" y="2044440"/>
              <a:chExt cx="188280" cy="188280"/>
            </a:xfrm>
          </p:grpSpPr>
          <p:sp>
            <p:nvSpPr>
              <p:cNvPr id="105" name="Google Shape;398;p14"/>
              <p:cNvSpPr/>
              <p:nvPr/>
            </p:nvSpPr>
            <p:spPr>
              <a:xfrm>
                <a:off x="39168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399;p14"/>
              <p:cNvSpPr/>
              <p:nvPr/>
            </p:nvSpPr>
            <p:spPr>
              <a:xfrm>
                <a:off x="46080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400;p14"/>
              <p:cNvSpPr/>
              <p:nvPr/>
            </p:nvSpPr>
            <p:spPr>
              <a:xfrm>
                <a:off x="321480" y="2133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401;p14"/>
              <p:cNvSpPr/>
              <p:nvPr/>
            </p:nvSpPr>
            <p:spPr>
              <a:xfrm>
                <a:off x="408600" y="2115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402;p14"/>
              <p:cNvSpPr/>
              <p:nvPr/>
            </p:nvSpPr>
            <p:spPr>
              <a:xfrm>
                <a:off x="408600" y="2184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403;p14"/>
              <p:cNvSpPr/>
              <p:nvPr/>
            </p:nvSpPr>
            <p:spPr>
              <a:xfrm>
                <a:off x="408600" y="204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 name="Google Shape;404;p14"/>
            <p:cNvGrpSpPr/>
            <p:nvPr/>
          </p:nvGrpSpPr>
          <p:grpSpPr>
            <a:xfrm>
              <a:off x="717480" y="1306800"/>
              <a:ext cx="187920" cy="188280"/>
              <a:chOff x="717480" y="1306800"/>
              <a:chExt cx="187920" cy="188280"/>
            </a:xfrm>
          </p:grpSpPr>
          <p:sp>
            <p:nvSpPr>
              <p:cNvPr id="112" name="Google Shape;405;p14"/>
              <p:cNvSpPr/>
              <p:nvPr/>
            </p:nvSpPr>
            <p:spPr>
              <a:xfrm>
                <a:off x="78768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406;p14"/>
              <p:cNvSpPr/>
              <p:nvPr/>
            </p:nvSpPr>
            <p:spPr>
              <a:xfrm>
                <a:off x="85644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407;p14"/>
              <p:cNvSpPr/>
              <p:nvPr/>
            </p:nvSpPr>
            <p:spPr>
              <a:xfrm>
                <a:off x="717480" y="1395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408;p14"/>
              <p:cNvSpPr/>
              <p:nvPr/>
            </p:nvSpPr>
            <p:spPr>
              <a:xfrm>
                <a:off x="804600" y="1378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409;p14"/>
              <p:cNvSpPr/>
              <p:nvPr/>
            </p:nvSpPr>
            <p:spPr>
              <a:xfrm>
                <a:off x="804600" y="1447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410;p14"/>
              <p:cNvSpPr/>
              <p:nvPr/>
            </p:nvSpPr>
            <p:spPr>
              <a:xfrm>
                <a:off x="804600" y="1306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18" name="Google Shape;411;p14"/>
          <p:cNvGrpSpPr/>
          <p:nvPr/>
        </p:nvGrpSpPr>
        <p:grpSpPr>
          <a:xfrm>
            <a:off x="-2213640" y="-1281960"/>
            <a:ext cx="12853440" cy="7753320"/>
            <a:chOff x="-2213640" y="-1281960"/>
            <a:chExt cx="12853440" cy="7753320"/>
          </a:xfrm>
        </p:grpSpPr>
        <p:sp>
          <p:nvSpPr>
            <p:cNvPr id="119" name="Google Shape;412;p14"/>
            <p:cNvSpPr/>
            <p:nvPr/>
          </p:nvSpPr>
          <p:spPr>
            <a:xfrm rot="14629200">
              <a:off x="-120600" y="-865440"/>
              <a:ext cx="1980000" cy="1689840"/>
            </a:xfrm>
            <a:custGeom>
              <a:avLst/>
              <a:gdLst>
                <a:gd name="textAreaLeft" fmla="*/ 0 w 1980000"/>
                <a:gd name="textAreaRight" fmla="*/ 1980360 w 1980000"/>
                <a:gd name="textAreaTop" fmla="*/ 0 h 1689840"/>
                <a:gd name="textAreaBottom" fmla="*/ 1690200 h 16898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413;p14"/>
            <p:cNvSpPr/>
            <p:nvPr/>
          </p:nvSpPr>
          <p:spPr>
            <a:xfrm rot="7323000">
              <a:off x="7530840" y="3903840"/>
              <a:ext cx="3058200" cy="1661040"/>
            </a:xfrm>
            <a:custGeom>
              <a:avLst/>
              <a:gdLst>
                <a:gd name="textAreaLeft" fmla="*/ 0 w 3058200"/>
                <a:gd name="textAreaRight" fmla="*/ 3058560 w 3058200"/>
                <a:gd name="textAreaTop" fmla="*/ 0 h 1661040"/>
                <a:gd name="textAreaBottom" fmla="*/ 1661400 h 166104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414;p14"/>
            <p:cNvSpPr/>
            <p:nvPr/>
          </p:nvSpPr>
          <p:spPr>
            <a:xfrm rot="20767800">
              <a:off x="6508800" y="4100400"/>
              <a:ext cx="3966840" cy="1850040"/>
            </a:xfrm>
            <a:custGeom>
              <a:avLst/>
              <a:gdLst>
                <a:gd name="textAreaLeft" fmla="*/ 0 w 3966840"/>
                <a:gd name="textAreaRight" fmla="*/ 3967200 w 3966840"/>
                <a:gd name="textAreaTop" fmla="*/ 0 h 1850040"/>
                <a:gd name="textAreaBottom" fmla="*/ 1850400 h 185004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415;p14"/>
            <p:cNvSpPr/>
            <p:nvPr/>
          </p:nvSpPr>
          <p:spPr>
            <a:xfrm rot="19407600">
              <a:off x="-1758600" y="-604800"/>
              <a:ext cx="3118680" cy="2557800"/>
            </a:xfrm>
            <a:custGeom>
              <a:avLst/>
              <a:gdLst>
                <a:gd name="textAreaLeft" fmla="*/ 0 w 3118680"/>
                <a:gd name="textAreaRight" fmla="*/ 3119040 w 3118680"/>
                <a:gd name="textAreaTop" fmla="*/ 0 h 2557800"/>
                <a:gd name="textAreaBottom" fmla="*/ 2558160 h 255780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3"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2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3977640" y="3432960"/>
            <a:ext cx="4452840" cy="6613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6" name="Google Shape;421;p15"/>
          <p:cNvGrpSpPr/>
          <p:nvPr/>
        </p:nvGrpSpPr>
        <p:grpSpPr>
          <a:xfrm>
            <a:off x="773640" y="276480"/>
            <a:ext cx="7983720" cy="4257000"/>
            <a:chOff x="773640" y="276480"/>
            <a:chExt cx="7983720" cy="4257000"/>
          </a:xfrm>
        </p:grpSpPr>
        <p:grpSp>
          <p:nvGrpSpPr>
            <p:cNvPr id="127" name="Google Shape;422;p15"/>
            <p:cNvGrpSpPr/>
            <p:nvPr/>
          </p:nvGrpSpPr>
          <p:grpSpPr>
            <a:xfrm>
              <a:off x="6894360" y="276480"/>
              <a:ext cx="188280" cy="188280"/>
              <a:chOff x="6894360" y="276480"/>
              <a:chExt cx="188280" cy="188280"/>
            </a:xfrm>
          </p:grpSpPr>
          <p:sp>
            <p:nvSpPr>
              <p:cNvPr id="128" name="Google Shape;423;p15"/>
              <p:cNvSpPr/>
              <p:nvPr/>
            </p:nvSpPr>
            <p:spPr>
              <a:xfrm>
                <a:off x="6964920" y="36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424;p15"/>
              <p:cNvSpPr/>
              <p:nvPr/>
            </p:nvSpPr>
            <p:spPr>
              <a:xfrm>
                <a:off x="7033680" y="36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425;p15"/>
              <p:cNvSpPr/>
              <p:nvPr/>
            </p:nvSpPr>
            <p:spPr>
              <a:xfrm>
                <a:off x="6894360" y="365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426;p15"/>
              <p:cNvSpPr/>
              <p:nvPr/>
            </p:nvSpPr>
            <p:spPr>
              <a:xfrm>
                <a:off x="6981840" y="347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427;p15"/>
              <p:cNvSpPr/>
              <p:nvPr/>
            </p:nvSpPr>
            <p:spPr>
              <a:xfrm>
                <a:off x="6981840" y="41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428;p15"/>
              <p:cNvSpPr/>
              <p:nvPr/>
            </p:nvSpPr>
            <p:spPr>
              <a:xfrm>
                <a:off x="6981840" y="27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 name="Google Shape;429;p15"/>
            <p:cNvGrpSpPr/>
            <p:nvPr/>
          </p:nvGrpSpPr>
          <p:grpSpPr>
            <a:xfrm>
              <a:off x="8430840" y="4205520"/>
              <a:ext cx="326520" cy="327960"/>
              <a:chOff x="8430840" y="4205520"/>
              <a:chExt cx="326520" cy="327960"/>
            </a:xfrm>
          </p:grpSpPr>
          <p:sp>
            <p:nvSpPr>
              <p:cNvPr id="135" name="Google Shape;430;p15"/>
              <p:cNvSpPr/>
              <p:nvPr/>
            </p:nvSpPr>
            <p:spPr>
              <a:xfrm>
                <a:off x="8571960" y="4364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431;p15"/>
              <p:cNvSpPr/>
              <p:nvPr/>
            </p:nvSpPr>
            <p:spPr>
              <a:xfrm>
                <a:off x="8640720" y="4364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432;p15"/>
              <p:cNvSpPr/>
              <p:nvPr/>
            </p:nvSpPr>
            <p:spPr>
              <a:xfrm>
                <a:off x="8709480" y="43642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433;p15"/>
              <p:cNvSpPr/>
              <p:nvPr/>
            </p:nvSpPr>
            <p:spPr>
              <a:xfrm>
                <a:off x="8501760" y="43642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434;p15"/>
              <p:cNvSpPr/>
              <p:nvPr/>
            </p:nvSpPr>
            <p:spPr>
              <a:xfrm>
                <a:off x="8430840" y="4364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435;p15"/>
              <p:cNvSpPr/>
              <p:nvPr/>
            </p:nvSpPr>
            <p:spPr>
              <a:xfrm>
                <a:off x="8589240" y="4347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436;p15"/>
              <p:cNvSpPr/>
              <p:nvPr/>
            </p:nvSpPr>
            <p:spPr>
              <a:xfrm>
                <a:off x="8589240" y="44164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437;p15"/>
              <p:cNvSpPr/>
              <p:nvPr/>
            </p:nvSpPr>
            <p:spPr>
              <a:xfrm>
                <a:off x="8589240" y="44841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438;p15"/>
              <p:cNvSpPr/>
              <p:nvPr/>
            </p:nvSpPr>
            <p:spPr>
              <a:xfrm>
                <a:off x="8589240" y="4275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 name="Google Shape;439;p15"/>
              <p:cNvSpPr/>
              <p:nvPr/>
            </p:nvSpPr>
            <p:spPr>
              <a:xfrm>
                <a:off x="8589240" y="42055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 name="Google Shape;440;p15"/>
            <p:cNvGrpSpPr/>
            <p:nvPr/>
          </p:nvGrpSpPr>
          <p:grpSpPr>
            <a:xfrm>
              <a:off x="773640" y="465120"/>
              <a:ext cx="188280" cy="188640"/>
              <a:chOff x="773640" y="465120"/>
              <a:chExt cx="188280" cy="188640"/>
            </a:xfrm>
          </p:grpSpPr>
          <p:sp>
            <p:nvSpPr>
              <p:cNvPr id="146" name="Google Shape;441;p15"/>
              <p:cNvSpPr/>
              <p:nvPr/>
            </p:nvSpPr>
            <p:spPr>
              <a:xfrm>
                <a:off x="843840" y="553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442;p15"/>
              <p:cNvSpPr/>
              <p:nvPr/>
            </p:nvSpPr>
            <p:spPr>
              <a:xfrm>
                <a:off x="912960" y="553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443;p15"/>
              <p:cNvSpPr/>
              <p:nvPr/>
            </p:nvSpPr>
            <p:spPr>
              <a:xfrm>
                <a:off x="773640" y="553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444;p15"/>
              <p:cNvSpPr/>
              <p:nvPr/>
            </p:nvSpPr>
            <p:spPr>
              <a:xfrm>
                <a:off x="860760" y="536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445;p15"/>
              <p:cNvSpPr/>
              <p:nvPr/>
            </p:nvSpPr>
            <p:spPr>
              <a:xfrm>
                <a:off x="860760" y="605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446;p15"/>
              <p:cNvSpPr/>
              <p:nvPr/>
            </p:nvSpPr>
            <p:spPr>
              <a:xfrm>
                <a:off x="860760" y="465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52" name="Google Shape;447;p15"/>
          <p:cNvGrpSpPr/>
          <p:nvPr/>
        </p:nvGrpSpPr>
        <p:grpSpPr>
          <a:xfrm>
            <a:off x="5286960" y="-2211120"/>
            <a:ext cx="5627160" cy="9517680"/>
            <a:chOff x="5286960" y="-2211120"/>
            <a:chExt cx="5627160" cy="9517680"/>
          </a:xfrm>
        </p:grpSpPr>
        <p:sp>
          <p:nvSpPr>
            <p:cNvPr id="153" name="Google Shape;448;p15"/>
            <p:cNvSpPr/>
            <p:nvPr/>
          </p:nvSpPr>
          <p:spPr>
            <a:xfrm rot="9928800">
              <a:off x="5549040" y="4527360"/>
              <a:ext cx="2879640" cy="2457360"/>
            </a:xfrm>
            <a:custGeom>
              <a:avLst/>
              <a:gdLst>
                <a:gd name="textAreaLeft" fmla="*/ 0 w 2879640"/>
                <a:gd name="textAreaRight" fmla="*/ 2880000 w 2879640"/>
                <a:gd name="textAreaTop" fmla="*/ 0 h 2457360"/>
                <a:gd name="textAreaBottom" fmla="*/ 2457720 h 245736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449;p15"/>
            <p:cNvSpPr/>
            <p:nvPr/>
          </p:nvSpPr>
          <p:spPr>
            <a:xfrm rot="2885400">
              <a:off x="7361640" y="-1475280"/>
              <a:ext cx="3118320" cy="2557440"/>
            </a:xfrm>
            <a:custGeom>
              <a:avLst/>
              <a:gdLst>
                <a:gd name="textAreaLeft" fmla="*/ 0 w 3118320"/>
                <a:gd name="textAreaRight" fmla="*/ 3118680 w 311832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sp>
        <p:nvSpPr>
          <p:cNvPr id="36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64" name="Google Shape;635;p21"/>
          <p:cNvGrpSpPr/>
          <p:nvPr/>
        </p:nvGrpSpPr>
        <p:grpSpPr>
          <a:xfrm>
            <a:off x="-1741680" y="-1866960"/>
            <a:ext cx="12732120" cy="9139320"/>
            <a:chOff x="-1741680" y="-1866960"/>
            <a:chExt cx="12732120" cy="9139320"/>
          </a:xfrm>
        </p:grpSpPr>
        <p:sp>
          <p:nvSpPr>
            <p:cNvPr id="365" name="Google Shape;636;p21"/>
            <p:cNvSpPr/>
            <p:nvPr/>
          </p:nvSpPr>
          <p:spPr>
            <a:xfrm rot="11505600">
              <a:off x="-140400" y="4174560"/>
              <a:ext cx="2320560" cy="1498320"/>
            </a:xfrm>
            <a:custGeom>
              <a:avLst/>
              <a:gdLst>
                <a:gd name="textAreaLeft" fmla="*/ 0 w 2320560"/>
                <a:gd name="textAreaRight" fmla="*/ 2320920 w 2320560"/>
                <a:gd name="textAreaTop" fmla="*/ 0 h 1498320"/>
                <a:gd name="textAreaBottom" fmla="*/ 1498680 h 149832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637;p21"/>
            <p:cNvSpPr/>
            <p:nvPr/>
          </p:nvSpPr>
          <p:spPr>
            <a:xfrm rot="19943400">
              <a:off x="-1181160" y="4006080"/>
              <a:ext cx="2127600" cy="2940480"/>
            </a:xfrm>
            <a:custGeom>
              <a:avLst/>
              <a:gdLst>
                <a:gd name="textAreaLeft" fmla="*/ 0 w 2127600"/>
                <a:gd name="textAreaRight" fmla="*/ 2127960 w 2127600"/>
                <a:gd name="textAreaTop" fmla="*/ 0 h 2940480"/>
                <a:gd name="textAreaBottom" fmla="*/ 2940840 h 2940480"/>
              </a:gdLst>
              <a:ahLst/>
              <a:cxnLst/>
              <a:rect l="textAreaLeft" t="textAreaTop" r="textAreaRight" b="textAreaBottom"/>
              <a:pathLst>
                <a:path w="618" h="852">
                  <a:moveTo>
                    <a:pt x="599" y="289"/>
                  </a:moveTo>
                  <a:cubicBezTo>
                    <a:pt x="573" y="233"/>
                    <a:pt x="552" y="244"/>
                    <a:pt x="558" y="157"/>
                  </a:cubicBezTo>
                  <a:cubicBezTo>
                    <a:pt x="561" y="115"/>
                    <a:pt x="547" y="16"/>
                    <a:pt x="475" y="8"/>
                  </a:cubicBezTo>
                  <a:cubicBezTo>
                    <a:pt x="411" y="0"/>
                    <a:pt x="371" y="71"/>
                    <a:pt x="337" y="124"/>
                  </a:cubicBezTo>
                  <a:cubicBezTo>
                    <a:pt x="303" y="178"/>
                    <a:pt x="261" y="140"/>
                    <a:pt x="234" y="216"/>
                  </a:cubicBezTo>
                  <a:cubicBezTo>
                    <a:pt x="207" y="292"/>
                    <a:pt x="163" y="315"/>
                    <a:pt x="125" y="323"/>
                  </a:cubicBezTo>
                  <a:cubicBezTo>
                    <a:pt x="39" y="340"/>
                    <a:pt x="13" y="363"/>
                    <a:pt x="0" y="426"/>
                  </a:cubicBezTo>
                  <a:cubicBezTo>
                    <a:pt x="13" y="489"/>
                    <a:pt x="39" y="512"/>
                    <a:pt x="125" y="529"/>
                  </a:cubicBezTo>
                  <a:cubicBezTo>
                    <a:pt x="163" y="537"/>
                    <a:pt x="207" y="560"/>
                    <a:pt x="234" y="636"/>
                  </a:cubicBezTo>
                  <a:cubicBezTo>
                    <a:pt x="261" y="712"/>
                    <a:pt x="303" y="674"/>
                    <a:pt x="337" y="728"/>
                  </a:cubicBezTo>
                  <a:cubicBezTo>
                    <a:pt x="371" y="781"/>
                    <a:pt x="411" y="852"/>
                    <a:pt x="475" y="844"/>
                  </a:cubicBezTo>
                  <a:cubicBezTo>
                    <a:pt x="547" y="836"/>
                    <a:pt x="561" y="737"/>
                    <a:pt x="558" y="695"/>
                  </a:cubicBezTo>
                  <a:cubicBezTo>
                    <a:pt x="552" y="608"/>
                    <a:pt x="573" y="619"/>
                    <a:pt x="599" y="562"/>
                  </a:cubicBezTo>
                  <a:cubicBezTo>
                    <a:pt x="618" y="520"/>
                    <a:pt x="606" y="456"/>
                    <a:pt x="598" y="426"/>
                  </a:cubicBezTo>
                  <a:cubicBezTo>
                    <a:pt x="606" y="396"/>
                    <a:pt x="618" y="332"/>
                    <a:pt x="599" y="289"/>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7" name="Google Shape;638;p21"/>
            <p:cNvSpPr/>
            <p:nvPr/>
          </p:nvSpPr>
          <p:spPr>
            <a:xfrm rot="3758400">
              <a:off x="7667280" y="-1029960"/>
              <a:ext cx="2997000" cy="2557440"/>
            </a:xfrm>
            <a:custGeom>
              <a:avLst/>
              <a:gdLst>
                <a:gd name="textAreaLeft" fmla="*/ 0 w 2997000"/>
                <a:gd name="textAreaRight" fmla="*/ 2997360 w 2997000"/>
                <a:gd name="textAreaTop" fmla="*/ 0 h 2557440"/>
                <a:gd name="textAreaBottom" fmla="*/ 2557800 h 25574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639;p21"/>
            <p:cNvSpPr/>
            <p:nvPr/>
          </p:nvSpPr>
          <p:spPr>
            <a:xfrm rot="14340000">
              <a:off x="7357680" y="-1361880"/>
              <a:ext cx="2304360" cy="1990800"/>
            </a:xfrm>
            <a:custGeom>
              <a:avLst/>
              <a:gdLst>
                <a:gd name="textAreaLeft" fmla="*/ 0 w 2304360"/>
                <a:gd name="textAreaRight" fmla="*/ 2304720 w 2304360"/>
                <a:gd name="textAreaTop" fmla="*/ 0 h 1990800"/>
                <a:gd name="textAreaBottom" fmla="*/ 1991160 h 1990800"/>
              </a:gdLst>
              <a:ahLst/>
              <a:cxnLst/>
              <a:rect l="textAreaLeft" t="textAreaTop" r="textAreaRight" b="textAreaBottom"/>
              <a:pathLst>
                <a:path w="1751996" h="1513753">
                  <a:moveTo>
                    <a:pt x="366302" y="1483642"/>
                  </a:moveTo>
                  <a:cubicBezTo>
                    <a:pt x="179132" y="1417587"/>
                    <a:pt x="34968" y="1242798"/>
                    <a:pt x="5646" y="1046587"/>
                  </a:cubicBezTo>
                  <a:cubicBezTo>
                    <a:pt x="-23676" y="850295"/>
                    <a:pt x="63068" y="641053"/>
                    <a:pt x="222626" y="523115"/>
                  </a:cubicBezTo>
                  <a:cubicBezTo>
                    <a:pt x="354492" y="425620"/>
                    <a:pt x="525209" y="390272"/>
                    <a:pt x="653491" y="288216"/>
                  </a:cubicBezTo>
                  <a:cubicBezTo>
                    <a:pt x="732741" y="225175"/>
                    <a:pt x="792280" y="139327"/>
                    <a:pt x="875195" y="81254"/>
                  </a:cubicBezTo>
                  <a:cubicBezTo>
                    <a:pt x="1003640" y="-8584"/>
                    <a:pt x="1176393" y="-19824"/>
                    <a:pt x="1325852" y="27417"/>
                  </a:cubicBezTo>
                  <a:cubicBezTo>
                    <a:pt x="1461220" y="70096"/>
                    <a:pt x="1582416" y="158875"/>
                    <a:pt x="1659793" y="277872"/>
                  </a:cubicBezTo>
                  <a:cubicBezTo>
                    <a:pt x="1737169" y="396787"/>
                    <a:pt x="1769260" y="545513"/>
                    <a:pt x="1742952" y="684954"/>
                  </a:cubicBezTo>
                  <a:cubicBezTo>
                    <a:pt x="1708336" y="867970"/>
                    <a:pt x="1578588" y="1021745"/>
                    <a:pt x="1424405" y="1126163"/>
                  </a:cubicBezTo>
                  <a:cubicBezTo>
                    <a:pt x="1261263" y="1236689"/>
                    <a:pt x="1041839" y="1267232"/>
                    <a:pt x="896453" y="1390872"/>
                  </a:cubicBezTo>
                  <a:cubicBezTo>
                    <a:pt x="754569" y="1511416"/>
                    <a:pt x="540603" y="1545217"/>
                    <a:pt x="366302" y="1483642"/>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9" name="Google Shape;640;p21"/>
          <p:cNvGrpSpPr/>
          <p:nvPr/>
        </p:nvGrpSpPr>
        <p:grpSpPr>
          <a:xfrm>
            <a:off x="372240" y="1030320"/>
            <a:ext cx="8321400" cy="3379680"/>
            <a:chOff x="372240" y="1030320"/>
            <a:chExt cx="8321400" cy="3379680"/>
          </a:xfrm>
        </p:grpSpPr>
        <p:grpSp>
          <p:nvGrpSpPr>
            <p:cNvPr id="370" name="Google Shape;641;p21"/>
            <p:cNvGrpSpPr/>
            <p:nvPr/>
          </p:nvGrpSpPr>
          <p:grpSpPr>
            <a:xfrm>
              <a:off x="372240" y="3536640"/>
              <a:ext cx="187920" cy="188640"/>
              <a:chOff x="372240" y="3536640"/>
              <a:chExt cx="187920" cy="188640"/>
            </a:xfrm>
          </p:grpSpPr>
          <p:sp>
            <p:nvSpPr>
              <p:cNvPr id="371" name="Google Shape;642;p21"/>
              <p:cNvSpPr/>
              <p:nvPr/>
            </p:nvSpPr>
            <p:spPr>
              <a:xfrm>
                <a:off x="442440" y="362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643;p21"/>
              <p:cNvSpPr/>
              <p:nvPr/>
            </p:nvSpPr>
            <p:spPr>
              <a:xfrm>
                <a:off x="511200" y="362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644;p21"/>
              <p:cNvSpPr/>
              <p:nvPr/>
            </p:nvSpPr>
            <p:spPr>
              <a:xfrm>
                <a:off x="372240" y="3625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645;p21"/>
              <p:cNvSpPr/>
              <p:nvPr/>
            </p:nvSpPr>
            <p:spPr>
              <a:xfrm>
                <a:off x="459360" y="3607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646;p21"/>
              <p:cNvSpPr/>
              <p:nvPr/>
            </p:nvSpPr>
            <p:spPr>
              <a:xfrm>
                <a:off x="459360" y="3677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647;p21"/>
              <p:cNvSpPr/>
              <p:nvPr/>
            </p:nvSpPr>
            <p:spPr>
              <a:xfrm>
                <a:off x="459360" y="3536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7" name="Google Shape;648;p21"/>
            <p:cNvGrpSpPr/>
            <p:nvPr/>
          </p:nvGrpSpPr>
          <p:grpSpPr>
            <a:xfrm>
              <a:off x="1219680" y="4221720"/>
              <a:ext cx="188280" cy="188280"/>
              <a:chOff x="1219680" y="4221720"/>
              <a:chExt cx="188280" cy="188280"/>
            </a:xfrm>
          </p:grpSpPr>
          <p:sp>
            <p:nvSpPr>
              <p:cNvPr id="378" name="Google Shape;649;p21"/>
              <p:cNvSpPr/>
              <p:nvPr/>
            </p:nvSpPr>
            <p:spPr>
              <a:xfrm>
                <a:off x="1289880" y="4310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650;p21"/>
              <p:cNvSpPr/>
              <p:nvPr/>
            </p:nvSpPr>
            <p:spPr>
              <a:xfrm>
                <a:off x="1359000" y="4310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651;p21"/>
              <p:cNvSpPr/>
              <p:nvPr/>
            </p:nvSpPr>
            <p:spPr>
              <a:xfrm>
                <a:off x="1219680" y="4310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652;p21"/>
              <p:cNvSpPr/>
              <p:nvPr/>
            </p:nvSpPr>
            <p:spPr>
              <a:xfrm>
                <a:off x="1306800" y="4293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2" name="Google Shape;653;p21"/>
              <p:cNvSpPr/>
              <p:nvPr/>
            </p:nvSpPr>
            <p:spPr>
              <a:xfrm>
                <a:off x="1306800" y="4362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654;p21"/>
              <p:cNvSpPr/>
              <p:nvPr/>
            </p:nvSpPr>
            <p:spPr>
              <a:xfrm>
                <a:off x="1306800" y="4221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4" name="Google Shape;655;p21"/>
            <p:cNvGrpSpPr/>
            <p:nvPr/>
          </p:nvGrpSpPr>
          <p:grpSpPr>
            <a:xfrm>
              <a:off x="8265240" y="1030320"/>
              <a:ext cx="187920" cy="188640"/>
              <a:chOff x="8265240" y="1030320"/>
              <a:chExt cx="187920" cy="188640"/>
            </a:xfrm>
          </p:grpSpPr>
          <p:sp>
            <p:nvSpPr>
              <p:cNvPr id="385" name="Google Shape;656;p21"/>
              <p:cNvSpPr/>
              <p:nvPr/>
            </p:nvSpPr>
            <p:spPr>
              <a:xfrm>
                <a:off x="833544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6" name="Google Shape;657;p21"/>
              <p:cNvSpPr/>
              <p:nvPr/>
            </p:nvSpPr>
            <p:spPr>
              <a:xfrm>
                <a:off x="840420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7" name="Google Shape;658;p21"/>
              <p:cNvSpPr/>
              <p:nvPr/>
            </p:nvSpPr>
            <p:spPr>
              <a:xfrm>
                <a:off x="826524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8" name="Google Shape;659;p21"/>
              <p:cNvSpPr/>
              <p:nvPr/>
            </p:nvSpPr>
            <p:spPr>
              <a:xfrm>
                <a:off x="835236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9" name="Google Shape;660;p21"/>
              <p:cNvSpPr/>
              <p:nvPr/>
            </p:nvSpPr>
            <p:spPr>
              <a:xfrm>
                <a:off x="835236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661;p21"/>
              <p:cNvSpPr/>
              <p:nvPr/>
            </p:nvSpPr>
            <p:spPr>
              <a:xfrm>
                <a:off x="835236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1" name="Google Shape;662;p21"/>
            <p:cNvGrpSpPr/>
            <p:nvPr/>
          </p:nvGrpSpPr>
          <p:grpSpPr>
            <a:xfrm>
              <a:off x="8505720" y="1722240"/>
              <a:ext cx="187920" cy="188640"/>
              <a:chOff x="8505720" y="1722240"/>
              <a:chExt cx="187920" cy="188640"/>
            </a:xfrm>
          </p:grpSpPr>
          <p:sp>
            <p:nvSpPr>
              <p:cNvPr id="392" name="Google Shape;663;p21"/>
              <p:cNvSpPr/>
              <p:nvPr/>
            </p:nvSpPr>
            <p:spPr>
              <a:xfrm>
                <a:off x="8575920" y="181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664;p21"/>
              <p:cNvSpPr/>
              <p:nvPr/>
            </p:nvSpPr>
            <p:spPr>
              <a:xfrm>
                <a:off x="8644680" y="181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665;p21"/>
              <p:cNvSpPr/>
              <p:nvPr/>
            </p:nvSpPr>
            <p:spPr>
              <a:xfrm>
                <a:off x="8505720" y="1810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666;p21"/>
              <p:cNvSpPr/>
              <p:nvPr/>
            </p:nvSpPr>
            <p:spPr>
              <a:xfrm>
                <a:off x="8592840" y="1793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667;p21"/>
              <p:cNvSpPr/>
              <p:nvPr/>
            </p:nvSpPr>
            <p:spPr>
              <a:xfrm>
                <a:off x="8592840" y="1863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668;p21"/>
              <p:cNvSpPr/>
              <p:nvPr/>
            </p:nvSpPr>
            <p:spPr>
              <a:xfrm>
                <a:off x="8592840" y="1722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39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99" name="Google Shape;673;p22"/>
          <p:cNvGrpSpPr/>
          <p:nvPr/>
        </p:nvGrpSpPr>
        <p:grpSpPr>
          <a:xfrm>
            <a:off x="372240" y="350640"/>
            <a:ext cx="8385840" cy="4364280"/>
            <a:chOff x="372240" y="350640"/>
            <a:chExt cx="8385840" cy="4364280"/>
          </a:xfrm>
        </p:grpSpPr>
        <p:grpSp>
          <p:nvGrpSpPr>
            <p:cNvPr id="400" name="Google Shape;674;p22"/>
            <p:cNvGrpSpPr/>
            <p:nvPr/>
          </p:nvGrpSpPr>
          <p:grpSpPr>
            <a:xfrm>
              <a:off x="372240" y="3765240"/>
              <a:ext cx="187920" cy="188640"/>
              <a:chOff x="372240" y="3765240"/>
              <a:chExt cx="187920" cy="188640"/>
            </a:xfrm>
          </p:grpSpPr>
          <p:sp>
            <p:nvSpPr>
              <p:cNvPr id="401" name="Google Shape;675;p22"/>
              <p:cNvSpPr/>
              <p:nvPr/>
            </p:nvSpPr>
            <p:spPr>
              <a:xfrm>
                <a:off x="44244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676;p22"/>
              <p:cNvSpPr/>
              <p:nvPr/>
            </p:nvSpPr>
            <p:spPr>
              <a:xfrm>
                <a:off x="51120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677;p22"/>
              <p:cNvSpPr/>
              <p:nvPr/>
            </p:nvSpPr>
            <p:spPr>
              <a:xfrm>
                <a:off x="372240" y="385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678;p22"/>
              <p:cNvSpPr/>
              <p:nvPr/>
            </p:nvSpPr>
            <p:spPr>
              <a:xfrm>
                <a:off x="459360" y="383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679;p22"/>
              <p:cNvSpPr/>
              <p:nvPr/>
            </p:nvSpPr>
            <p:spPr>
              <a:xfrm>
                <a:off x="459360" y="3906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680;p22"/>
              <p:cNvSpPr/>
              <p:nvPr/>
            </p:nvSpPr>
            <p:spPr>
              <a:xfrm>
                <a:off x="459360" y="3765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7" name="Google Shape;681;p22"/>
            <p:cNvGrpSpPr/>
            <p:nvPr/>
          </p:nvGrpSpPr>
          <p:grpSpPr>
            <a:xfrm>
              <a:off x="1219680" y="4526280"/>
              <a:ext cx="188280" cy="188640"/>
              <a:chOff x="1219680" y="4526280"/>
              <a:chExt cx="188280" cy="188640"/>
            </a:xfrm>
          </p:grpSpPr>
          <p:sp>
            <p:nvSpPr>
              <p:cNvPr id="408" name="Google Shape;682;p22"/>
              <p:cNvSpPr/>
              <p:nvPr/>
            </p:nvSpPr>
            <p:spPr>
              <a:xfrm>
                <a:off x="1289880" y="461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683;p22"/>
              <p:cNvSpPr/>
              <p:nvPr/>
            </p:nvSpPr>
            <p:spPr>
              <a:xfrm>
                <a:off x="1359000" y="461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684;p22"/>
              <p:cNvSpPr/>
              <p:nvPr/>
            </p:nvSpPr>
            <p:spPr>
              <a:xfrm>
                <a:off x="1219680" y="4615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685;p22"/>
              <p:cNvSpPr/>
              <p:nvPr/>
            </p:nvSpPr>
            <p:spPr>
              <a:xfrm>
                <a:off x="1306800" y="4597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686;p22"/>
              <p:cNvSpPr/>
              <p:nvPr/>
            </p:nvSpPr>
            <p:spPr>
              <a:xfrm>
                <a:off x="1306800" y="4667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687;p22"/>
              <p:cNvSpPr/>
              <p:nvPr/>
            </p:nvSpPr>
            <p:spPr>
              <a:xfrm>
                <a:off x="1306800" y="4526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4" name="Google Shape;688;p22"/>
            <p:cNvGrpSpPr/>
            <p:nvPr/>
          </p:nvGrpSpPr>
          <p:grpSpPr>
            <a:xfrm>
              <a:off x="8569800" y="1030320"/>
              <a:ext cx="188280" cy="188640"/>
              <a:chOff x="8569800" y="1030320"/>
              <a:chExt cx="188280" cy="188640"/>
            </a:xfrm>
          </p:grpSpPr>
          <p:sp>
            <p:nvSpPr>
              <p:cNvPr id="415" name="Google Shape;689;p22"/>
              <p:cNvSpPr/>
              <p:nvPr/>
            </p:nvSpPr>
            <p:spPr>
              <a:xfrm>
                <a:off x="864036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690;p22"/>
              <p:cNvSpPr/>
              <p:nvPr/>
            </p:nvSpPr>
            <p:spPr>
              <a:xfrm>
                <a:off x="870912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691;p22"/>
              <p:cNvSpPr/>
              <p:nvPr/>
            </p:nvSpPr>
            <p:spPr>
              <a:xfrm>
                <a:off x="856980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692;p22"/>
              <p:cNvSpPr/>
              <p:nvPr/>
            </p:nvSpPr>
            <p:spPr>
              <a:xfrm>
                <a:off x="865692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693;p22"/>
              <p:cNvSpPr/>
              <p:nvPr/>
            </p:nvSpPr>
            <p:spPr>
              <a:xfrm>
                <a:off x="865692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694;p22"/>
              <p:cNvSpPr/>
              <p:nvPr/>
            </p:nvSpPr>
            <p:spPr>
              <a:xfrm>
                <a:off x="865692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1" name="Google Shape;695;p22"/>
            <p:cNvGrpSpPr/>
            <p:nvPr/>
          </p:nvGrpSpPr>
          <p:grpSpPr>
            <a:xfrm>
              <a:off x="7743600" y="350640"/>
              <a:ext cx="188280" cy="188640"/>
              <a:chOff x="7743600" y="350640"/>
              <a:chExt cx="188280" cy="188640"/>
            </a:xfrm>
          </p:grpSpPr>
          <p:sp>
            <p:nvSpPr>
              <p:cNvPr id="422" name="Google Shape;696;p22"/>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697;p22"/>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698;p22"/>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699;p22"/>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700;p22"/>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701;p22"/>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28" name="Google Shape;702;p22"/>
          <p:cNvGrpSpPr/>
          <p:nvPr/>
        </p:nvGrpSpPr>
        <p:grpSpPr>
          <a:xfrm>
            <a:off x="-954360" y="-1722240"/>
            <a:ext cx="11946960" cy="8173080"/>
            <a:chOff x="-954360" y="-1722240"/>
            <a:chExt cx="11946960" cy="8173080"/>
          </a:xfrm>
        </p:grpSpPr>
        <p:sp>
          <p:nvSpPr>
            <p:cNvPr id="429" name="Google Shape;703;p22"/>
            <p:cNvSpPr/>
            <p:nvPr/>
          </p:nvSpPr>
          <p:spPr>
            <a:xfrm rot="3835800">
              <a:off x="7193520" y="-907920"/>
              <a:ext cx="2042640" cy="1801080"/>
            </a:xfrm>
            <a:custGeom>
              <a:avLst/>
              <a:gdLst>
                <a:gd name="textAreaLeft" fmla="*/ 0 w 2042640"/>
                <a:gd name="textAreaRight" fmla="*/ 2043000 w 2042640"/>
                <a:gd name="textAreaTop" fmla="*/ 0 h 1801080"/>
                <a:gd name="textAreaBottom" fmla="*/ 1801440 h 180108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0" name="Google Shape;704;p22"/>
            <p:cNvSpPr/>
            <p:nvPr/>
          </p:nvSpPr>
          <p:spPr>
            <a:xfrm rot="11733600">
              <a:off x="-771840" y="4399920"/>
              <a:ext cx="2670120" cy="1724040"/>
            </a:xfrm>
            <a:custGeom>
              <a:avLst/>
              <a:gdLst>
                <a:gd name="textAreaLeft" fmla="*/ 0 w 2670120"/>
                <a:gd name="textAreaRight" fmla="*/ 2670480 w 2670120"/>
                <a:gd name="textAreaTop" fmla="*/ 0 h 1724040"/>
                <a:gd name="textAreaBottom" fmla="*/ 1724400 h 172404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1" name="Google Shape;705;p22"/>
            <p:cNvSpPr/>
            <p:nvPr/>
          </p:nvSpPr>
          <p:spPr>
            <a:xfrm rot="4376400">
              <a:off x="-98640" y="4515840"/>
              <a:ext cx="1836360" cy="1634400"/>
            </a:xfrm>
            <a:custGeom>
              <a:avLst/>
              <a:gdLst>
                <a:gd name="textAreaLeft" fmla="*/ 0 w 1836360"/>
                <a:gd name="textAreaRight" fmla="*/ 1836720 w 1836360"/>
                <a:gd name="textAreaTop" fmla="*/ 0 h 1634400"/>
                <a:gd name="textAreaBottom" fmla="*/ 1634760 h 1634400"/>
              </a:gdLst>
              <a:ahLst/>
              <a:cxnLst/>
              <a:rect l="textAreaLeft" t="textAreaTop" r="textAreaRight" b="textAreaBottom"/>
              <a:pathLst>
                <a:path w="1507068" h="1341597">
                  <a:moveTo>
                    <a:pt x="1165897" y="65085"/>
                  </a:moveTo>
                  <a:cubicBezTo>
                    <a:pt x="1137390" y="47085"/>
                    <a:pt x="1108801" y="29085"/>
                    <a:pt x="1080294" y="11085"/>
                  </a:cubicBezTo>
                  <a:cubicBezTo>
                    <a:pt x="1016275" y="-29314"/>
                    <a:pt x="886364" y="49529"/>
                    <a:pt x="836029" y="106054"/>
                  </a:cubicBezTo>
                  <a:cubicBezTo>
                    <a:pt x="785693" y="162580"/>
                    <a:pt x="745539" y="229694"/>
                    <a:pt x="684127" y="273839"/>
                  </a:cubicBezTo>
                  <a:cubicBezTo>
                    <a:pt x="559184" y="363514"/>
                    <a:pt x="384232" y="334355"/>
                    <a:pt x="242592" y="394302"/>
                  </a:cubicBezTo>
                  <a:cubicBezTo>
                    <a:pt x="102581" y="453515"/>
                    <a:pt x="9159" y="601427"/>
                    <a:pt x="689" y="753247"/>
                  </a:cubicBezTo>
                  <a:cubicBezTo>
                    <a:pt x="-7782" y="905068"/>
                    <a:pt x="62590" y="1055993"/>
                    <a:pt x="174093" y="1159352"/>
                  </a:cubicBezTo>
                  <a:cubicBezTo>
                    <a:pt x="285597" y="1262711"/>
                    <a:pt x="434648" y="1320702"/>
                    <a:pt x="585818" y="1336666"/>
                  </a:cubicBezTo>
                  <a:cubicBezTo>
                    <a:pt x="736987" y="1352630"/>
                    <a:pt x="890437" y="1328521"/>
                    <a:pt x="1035660" y="1283317"/>
                  </a:cubicBezTo>
                  <a:cubicBezTo>
                    <a:pt x="1193427" y="1234285"/>
                    <a:pt x="1351356" y="1153243"/>
                    <a:pt x="1437529" y="1012255"/>
                  </a:cubicBezTo>
                  <a:cubicBezTo>
                    <a:pt x="1530137" y="860841"/>
                    <a:pt x="1522481" y="664631"/>
                    <a:pt x="1460091" y="498475"/>
                  </a:cubicBezTo>
                  <a:cubicBezTo>
                    <a:pt x="1397701" y="332319"/>
                    <a:pt x="1316007" y="159810"/>
                    <a:pt x="1165897" y="6508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706;p22"/>
            <p:cNvSpPr/>
            <p:nvPr/>
          </p:nvSpPr>
          <p:spPr>
            <a:xfrm rot="4191600">
              <a:off x="7695720" y="-1096560"/>
              <a:ext cx="3118680" cy="2557440"/>
            </a:xfrm>
            <a:custGeom>
              <a:avLst/>
              <a:gdLst>
                <a:gd name="textAreaLeft" fmla="*/ 0 w 3118680"/>
                <a:gd name="textAreaRight" fmla="*/ 3119040 w 311868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46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469" name="Google Shape;753;p24"/>
          <p:cNvGrpSpPr/>
          <p:nvPr/>
        </p:nvGrpSpPr>
        <p:grpSpPr>
          <a:xfrm>
            <a:off x="387720" y="829080"/>
            <a:ext cx="8458560" cy="3575880"/>
            <a:chOff x="387720" y="829080"/>
            <a:chExt cx="8458560" cy="3575880"/>
          </a:xfrm>
        </p:grpSpPr>
        <p:grpSp>
          <p:nvGrpSpPr>
            <p:cNvPr id="470" name="Google Shape;754;p24"/>
            <p:cNvGrpSpPr/>
            <p:nvPr/>
          </p:nvGrpSpPr>
          <p:grpSpPr>
            <a:xfrm>
              <a:off x="713160" y="829080"/>
              <a:ext cx="188280" cy="188280"/>
              <a:chOff x="713160" y="829080"/>
              <a:chExt cx="188280" cy="188280"/>
            </a:xfrm>
          </p:grpSpPr>
          <p:sp>
            <p:nvSpPr>
              <p:cNvPr id="471" name="Google Shape;755;p24"/>
              <p:cNvSpPr/>
              <p:nvPr/>
            </p:nvSpPr>
            <p:spPr>
              <a:xfrm>
                <a:off x="783720" y="917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756;p24"/>
              <p:cNvSpPr/>
              <p:nvPr/>
            </p:nvSpPr>
            <p:spPr>
              <a:xfrm>
                <a:off x="852480" y="917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757;p24"/>
              <p:cNvSpPr/>
              <p:nvPr/>
            </p:nvSpPr>
            <p:spPr>
              <a:xfrm>
                <a:off x="713160" y="917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758;p24"/>
              <p:cNvSpPr/>
              <p:nvPr/>
            </p:nvSpPr>
            <p:spPr>
              <a:xfrm>
                <a:off x="800280" y="900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5" name="Google Shape;759;p24"/>
              <p:cNvSpPr/>
              <p:nvPr/>
            </p:nvSpPr>
            <p:spPr>
              <a:xfrm>
                <a:off x="800280" y="969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760;p24"/>
              <p:cNvSpPr/>
              <p:nvPr/>
            </p:nvSpPr>
            <p:spPr>
              <a:xfrm>
                <a:off x="800280" y="829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7" name="Google Shape;761;p24"/>
            <p:cNvGrpSpPr/>
            <p:nvPr/>
          </p:nvGrpSpPr>
          <p:grpSpPr>
            <a:xfrm>
              <a:off x="387720" y="1754280"/>
              <a:ext cx="187920" cy="188640"/>
              <a:chOff x="387720" y="1754280"/>
              <a:chExt cx="187920" cy="188640"/>
            </a:xfrm>
          </p:grpSpPr>
          <p:sp>
            <p:nvSpPr>
              <p:cNvPr id="478" name="Google Shape;762;p24"/>
              <p:cNvSpPr/>
              <p:nvPr/>
            </p:nvSpPr>
            <p:spPr>
              <a:xfrm>
                <a:off x="457920" y="184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763;p24"/>
              <p:cNvSpPr/>
              <p:nvPr/>
            </p:nvSpPr>
            <p:spPr>
              <a:xfrm>
                <a:off x="526680" y="184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0" name="Google Shape;764;p24"/>
              <p:cNvSpPr/>
              <p:nvPr/>
            </p:nvSpPr>
            <p:spPr>
              <a:xfrm>
                <a:off x="387720" y="1842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765;p24"/>
              <p:cNvSpPr/>
              <p:nvPr/>
            </p:nvSpPr>
            <p:spPr>
              <a:xfrm>
                <a:off x="474840" y="1825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2" name="Google Shape;766;p24"/>
              <p:cNvSpPr/>
              <p:nvPr/>
            </p:nvSpPr>
            <p:spPr>
              <a:xfrm>
                <a:off x="474840" y="1895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767;p24"/>
              <p:cNvSpPr/>
              <p:nvPr/>
            </p:nvSpPr>
            <p:spPr>
              <a:xfrm>
                <a:off x="474840" y="1754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4" name="Google Shape;768;p24"/>
            <p:cNvGrpSpPr/>
            <p:nvPr/>
          </p:nvGrpSpPr>
          <p:grpSpPr>
            <a:xfrm>
              <a:off x="8164800" y="4216320"/>
              <a:ext cx="188280" cy="188640"/>
              <a:chOff x="8164800" y="4216320"/>
              <a:chExt cx="188280" cy="188640"/>
            </a:xfrm>
          </p:grpSpPr>
          <p:sp>
            <p:nvSpPr>
              <p:cNvPr id="485" name="Google Shape;769;p24"/>
              <p:cNvSpPr/>
              <p:nvPr/>
            </p:nvSpPr>
            <p:spPr>
              <a:xfrm>
                <a:off x="8235000" y="430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6" name="Google Shape;770;p24"/>
              <p:cNvSpPr/>
              <p:nvPr/>
            </p:nvSpPr>
            <p:spPr>
              <a:xfrm>
                <a:off x="8304120" y="430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771;p24"/>
              <p:cNvSpPr/>
              <p:nvPr/>
            </p:nvSpPr>
            <p:spPr>
              <a:xfrm>
                <a:off x="8164800" y="430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772;p24"/>
              <p:cNvSpPr/>
              <p:nvPr/>
            </p:nvSpPr>
            <p:spPr>
              <a:xfrm>
                <a:off x="8251920" y="428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773;p24"/>
              <p:cNvSpPr/>
              <p:nvPr/>
            </p:nvSpPr>
            <p:spPr>
              <a:xfrm>
                <a:off x="8251920" y="4357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774;p24"/>
              <p:cNvSpPr/>
              <p:nvPr/>
            </p:nvSpPr>
            <p:spPr>
              <a:xfrm>
                <a:off x="8251920" y="421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1" name="Google Shape;775;p24"/>
            <p:cNvGrpSpPr/>
            <p:nvPr/>
          </p:nvGrpSpPr>
          <p:grpSpPr>
            <a:xfrm>
              <a:off x="8658000" y="3322440"/>
              <a:ext cx="188280" cy="188640"/>
              <a:chOff x="8658000" y="3322440"/>
              <a:chExt cx="188280" cy="188640"/>
            </a:xfrm>
          </p:grpSpPr>
          <p:sp>
            <p:nvSpPr>
              <p:cNvPr id="492" name="Google Shape;776;p24"/>
              <p:cNvSpPr/>
              <p:nvPr/>
            </p:nvSpPr>
            <p:spPr>
              <a:xfrm>
                <a:off x="8728200" y="3411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3" name="Google Shape;777;p24"/>
              <p:cNvSpPr/>
              <p:nvPr/>
            </p:nvSpPr>
            <p:spPr>
              <a:xfrm>
                <a:off x="8797320" y="3411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4" name="Google Shape;778;p24"/>
              <p:cNvSpPr/>
              <p:nvPr/>
            </p:nvSpPr>
            <p:spPr>
              <a:xfrm>
                <a:off x="8658000" y="3411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779;p24"/>
              <p:cNvSpPr/>
              <p:nvPr/>
            </p:nvSpPr>
            <p:spPr>
              <a:xfrm>
                <a:off x="8745120" y="3393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780;p24"/>
              <p:cNvSpPr/>
              <p:nvPr/>
            </p:nvSpPr>
            <p:spPr>
              <a:xfrm>
                <a:off x="8745120" y="3463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781;p24"/>
              <p:cNvSpPr/>
              <p:nvPr/>
            </p:nvSpPr>
            <p:spPr>
              <a:xfrm>
                <a:off x="8745120" y="3322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98" name="Google Shape;782;p24"/>
          <p:cNvGrpSpPr/>
          <p:nvPr/>
        </p:nvGrpSpPr>
        <p:grpSpPr>
          <a:xfrm>
            <a:off x="-1274040" y="-1424880"/>
            <a:ext cx="11046240" cy="7740720"/>
            <a:chOff x="-1274040" y="-1424880"/>
            <a:chExt cx="11046240" cy="7740720"/>
          </a:xfrm>
        </p:grpSpPr>
        <p:sp>
          <p:nvSpPr>
            <p:cNvPr id="499" name="Google Shape;783;p24"/>
            <p:cNvSpPr/>
            <p:nvPr/>
          </p:nvSpPr>
          <p:spPr>
            <a:xfrm rot="20503200">
              <a:off x="-1013760" y="-219960"/>
              <a:ext cx="2301120" cy="2028960"/>
            </a:xfrm>
            <a:custGeom>
              <a:avLst/>
              <a:gdLst>
                <a:gd name="textAreaLeft" fmla="*/ 0 w 2301120"/>
                <a:gd name="textAreaRight" fmla="*/ 2301480 w 2301120"/>
                <a:gd name="textAreaTop" fmla="*/ 0 h 2028960"/>
                <a:gd name="textAreaBottom" fmla="*/ 2029320 h 202896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784;p24"/>
            <p:cNvSpPr/>
            <p:nvPr/>
          </p:nvSpPr>
          <p:spPr>
            <a:xfrm rot="12146400">
              <a:off x="6343920" y="4313520"/>
              <a:ext cx="1978560" cy="1688400"/>
            </a:xfrm>
            <a:custGeom>
              <a:avLst/>
              <a:gdLst>
                <a:gd name="textAreaLeft" fmla="*/ 0 w 1978560"/>
                <a:gd name="textAreaRight" fmla="*/ 1978920 w 1978560"/>
                <a:gd name="textAreaTop" fmla="*/ 0 h 1688400"/>
                <a:gd name="textAreaBottom" fmla="*/ 1688760 h 168840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1" name="Google Shape;785;p24"/>
            <p:cNvSpPr/>
            <p:nvPr/>
          </p:nvSpPr>
          <p:spPr>
            <a:xfrm rot="10800000">
              <a:off x="7200720" y="3895560"/>
              <a:ext cx="2571480" cy="2267280"/>
            </a:xfrm>
            <a:custGeom>
              <a:avLst/>
              <a:gdLst>
                <a:gd name="textAreaLeft" fmla="*/ 0 w 2571480"/>
                <a:gd name="textAreaRight" fmla="*/ 2571840 w 2571480"/>
                <a:gd name="textAreaTop" fmla="*/ 0 h 2267280"/>
                <a:gd name="textAreaBottom" fmla="*/ 2267640 h 226728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2" name="Google Shape;786;p24"/>
            <p:cNvSpPr/>
            <p:nvPr/>
          </p:nvSpPr>
          <p:spPr>
            <a:xfrm rot="20177400" flipH="1">
              <a:off x="-195840" y="-1021320"/>
              <a:ext cx="2349720" cy="1635480"/>
            </a:xfrm>
            <a:custGeom>
              <a:avLst/>
              <a:gdLst>
                <a:gd name="textAreaLeft" fmla="*/ -360 w 2349720"/>
                <a:gd name="textAreaRight" fmla="*/ 2349720 w 2349720"/>
                <a:gd name="textAreaTop" fmla="*/ 0 h 1635480"/>
                <a:gd name="textAreaBottom" fmla="*/ 1635840 h 163548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50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04" name="Google Shape;797;p25"/>
          <p:cNvGrpSpPr/>
          <p:nvPr/>
        </p:nvGrpSpPr>
        <p:grpSpPr>
          <a:xfrm>
            <a:off x="600840" y="350640"/>
            <a:ext cx="8157240" cy="4440600"/>
            <a:chOff x="600840" y="350640"/>
            <a:chExt cx="8157240" cy="4440600"/>
          </a:xfrm>
        </p:grpSpPr>
        <p:grpSp>
          <p:nvGrpSpPr>
            <p:cNvPr id="505" name="Google Shape;798;p25"/>
            <p:cNvGrpSpPr/>
            <p:nvPr/>
          </p:nvGrpSpPr>
          <p:grpSpPr>
            <a:xfrm>
              <a:off x="600840" y="3612960"/>
              <a:ext cx="187920" cy="188280"/>
              <a:chOff x="600840" y="3612960"/>
              <a:chExt cx="187920" cy="188280"/>
            </a:xfrm>
          </p:grpSpPr>
          <p:sp>
            <p:nvSpPr>
              <p:cNvPr id="506" name="Google Shape;799;p25"/>
              <p:cNvSpPr/>
              <p:nvPr/>
            </p:nvSpPr>
            <p:spPr>
              <a:xfrm>
                <a:off x="671040" y="3701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800;p25"/>
              <p:cNvSpPr/>
              <p:nvPr/>
            </p:nvSpPr>
            <p:spPr>
              <a:xfrm>
                <a:off x="739800" y="3701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8" name="Google Shape;801;p25"/>
              <p:cNvSpPr/>
              <p:nvPr/>
            </p:nvSpPr>
            <p:spPr>
              <a:xfrm>
                <a:off x="600840" y="3701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802;p25"/>
              <p:cNvSpPr/>
              <p:nvPr/>
            </p:nvSpPr>
            <p:spPr>
              <a:xfrm>
                <a:off x="687960" y="3684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803;p25"/>
              <p:cNvSpPr/>
              <p:nvPr/>
            </p:nvSpPr>
            <p:spPr>
              <a:xfrm>
                <a:off x="687960" y="3753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804;p25"/>
              <p:cNvSpPr/>
              <p:nvPr/>
            </p:nvSpPr>
            <p:spPr>
              <a:xfrm>
                <a:off x="687960" y="3612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2" name="Google Shape;805;p25"/>
            <p:cNvGrpSpPr/>
            <p:nvPr/>
          </p:nvGrpSpPr>
          <p:grpSpPr>
            <a:xfrm>
              <a:off x="1981800" y="4602600"/>
              <a:ext cx="187920" cy="188640"/>
              <a:chOff x="1981800" y="4602600"/>
              <a:chExt cx="187920" cy="188640"/>
            </a:xfrm>
          </p:grpSpPr>
          <p:sp>
            <p:nvSpPr>
              <p:cNvPr id="513" name="Google Shape;806;p25"/>
              <p:cNvSpPr/>
              <p:nvPr/>
            </p:nvSpPr>
            <p:spPr>
              <a:xfrm>
                <a:off x="2052000" y="4691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807;p25"/>
              <p:cNvSpPr/>
              <p:nvPr/>
            </p:nvSpPr>
            <p:spPr>
              <a:xfrm>
                <a:off x="2120760" y="4691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808;p25"/>
              <p:cNvSpPr/>
              <p:nvPr/>
            </p:nvSpPr>
            <p:spPr>
              <a:xfrm>
                <a:off x="1981800" y="4691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809;p25"/>
              <p:cNvSpPr/>
              <p:nvPr/>
            </p:nvSpPr>
            <p:spPr>
              <a:xfrm>
                <a:off x="2068920" y="467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810;p25"/>
              <p:cNvSpPr/>
              <p:nvPr/>
            </p:nvSpPr>
            <p:spPr>
              <a:xfrm>
                <a:off x="2068920" y="4743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811;p25"/>
              <p:cNvSpPr/>
              <p:nvPr/>
            </p:nvSpPr>
            <p:spPr>
              <a:xfrm>
                <a:off x="2068920" y="4602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9" name="Google Shape;812;p25"/>
            <p:cNvGrpSpPr/>
            <p:nvPr/>
          </p:nvGrpSpPr>
          <p:grpSpPr>
            <a:xfrm>
              <a:off x="8569800" y="1716120"/>
              <a:ext cx="188280" cy="188640"/>
              <a:chOff x="8569800" y="1716120"/>
              <a:chExt cx="188280" cy="188640"/>
            </a:xfrm>
          </p:grpSpPr>
          <p:sp>
            <p:nvSpPr>
              <p:cNvPr id="520" name="Google Shape;813;p25"/>
              <p:cNvSpPr/>
              <p:nvPr/>
            </p:nvSpPr>
            <p:spPr>
              <a:xfrm>
                <a:off x="8640360" y="180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1" name="Google Shape;814;p25"/>
              <p:cNvSpPr/>
              <p:nvPr/>
            </p:nvSpPr>
            <p:spPr>
              <a:xfrm>
                <a:off x="8709120" y="180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2" name="Google Shape;815;p25"/>
              <p:cNvSpPr/>
              <p:nvPr/>
            </p:nvSpPr>
            <p:spPr>
              <a:xfrm>
                <a:off x="8569800" y="1805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3" name="Google Shape;816;p25"/>
              <p:cNvSpPr/>
              <p:nvPr/>
            </p:nvSpPr>
            <p:spPr>
              <a:xfrm>
                <a:off x="8656920" y="178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4" name="Google Shape;817;p25"/>
              <p:cNvSpPr/>
              <p:nvPr/>
            </p:nvSpPr>
            <p:spPr>
              <a:xfrm>
                <a:off x="8656920" y="185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818;p25"/>
              <p:cNvSpPr/>
              <p:nvPr/>
            </p:nvSpPr>
            <p:spPr>
              <a:xfrm>
                <a:off x="8656920" y="171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6" name="Google Shape;819;p25"/>
            <p:cNvGrpSpPr/>
            <p:nvPr/>
          </p:nvGrpSpPr>
          <p:grpSpPr>
            <a:xfrm>
              <a:off x="7743600" y="350640"/>
              <a:ext cx="188280" cy="188640"/>
              <a:chOff x="7743600" y="350640"/>
              <a:chExt cx="188280" cy="188640"/>
            </a:xfrm>
          </p:grpSpPr>
          <p:sp>
            <p:nvSpPr>
              <p:cNvPr id="527" name="Google Shape;820;p25"/>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8" name="Google Shape;821;p25"/>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822;p25"/>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0" name="Google Shape;823;p25"/>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824;p25"/>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825;p25"/>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33" name="Google Shape;826;p25"/>
          <p:cNvGrpSpPr/>
          <p:nvPr/>
        </p:nvGrpSpPr>
        <p:grpSpPr>
          <a:xfrm>
            <a:off x="-1748520" y="-1207800"/>
            <a:ext cx="12684600" cy="8172000"/>
            <a:chOff x="-1748520" y="-1207800"/>
            <a:chExt cx="12684600" cy="8172000"/>
          </a:xfrm>
        </p:grpSpPr>
        <p:sp>
          <p:nvSpPr>
            <p:cNvPr id="534" name="Google Shape;827;p25"/>
            <p:cNvSpPr/>
            <p:nvPr/>
          </p:nvSpPr>
          <p:spPr>
            <a:xfrm rot="4066200">
              <a:off x="7409520" y="-794520"/>
              <a:ext cx="2042280" cy="1800720"/>
            </a:xfrm>
            <a:custGeom>
              <a:avLst/>
              <a:gdLst>
                <a:gd name="textAreaLeft" fmla="*/ 0 w 2042280"/>
                <a:gd name="textAreaRight" fmla="*/ 2042640 w 2042280"/>
                <a:gd name="textAreaTop" fmla="*/ 0 h 1800720"/>
                <a:gd name="textAreaBottom" fmla="*/ 1801080 h 180072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828;p25"/>
            <p:cNvSpPr/>
            <p:nvPr/>
          </p:nvSpPr>
          <p:spPr>
            <a:xfrm rot="14643600">
              <a:off x="7684920" y="-447480"/>
              <a:ext cx="3106800" cy="2263680"/>
            </a:xfrm>
            <a:custGeom>
              <a:avLst/>
              <a:gdLst>
                <a:gd name="textAreaLeft" fmla="*/ 0 w 3106800"/>
                <a:gd name="textAreaRight" fmla="*/ 3107160 w 310680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29;p25"/>
            <p:cNvSpPr/>
            <p:nvPr/>
          </p:nvSpPr>
          <p:spPr>
            <a:xfrm rot="13500000">
              <a:off x="-67680" y="4482000"/>
              <a:ext cx="2436120" cy="1899000"/>
            </a:xfrm>
            <a:custGeom>
              <a:avLst/>
              <a:gdLst>
                <a:gd name="textAreaLeft" fmla="*/ 0 w 2436120"/>
                <a:gd name="textAreaRight" fmla="*/ 2436480 w 2436120"/>
                <a:gd name="textAreaTop" fmla="*/ 0 h 1899000"/>
                <a:gd name="textAreaBottom" fmla="*/ 1899360 h 189900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830;p25"/>
            <p:cNvSpPr/>
            <p:nvPr/>
          </p:nvSpPr>
          <p:spPr>
            <a:xfrm rot="12961800">
              <a:off x="-1441800" y="4110120"/>
              <a:ext cx="3250800" cy="2098800"/>
            </a:xfrm>
            <a:custGeom>
              <a:avLst/>
              <a:gdLst>
                <a:gd name="textAreaLeft" fmla="*/ 0 w 3250800"/>
                <a:gd name="textAreaRight" fmla="*/ 3251160 w 3250800"/>
                <a:gd name="textAreaTop" fmla="*/ 0 h 2098800"/>
                <a:gd name="textAreaBottom" fmla="*/ 2099160 h 209880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CUSTOM_3_1">
    <p:bg>
      <p:bgPr>
        <a:solidFill>
          <a:schemeClr val="lt1"/>
        </a:solidFill>
        <a:effectLst/>
      </p:bgPr>
    </p:bg>
    <p:spTree>
      <p:nvGrpSpPr>
        <p:cNvPr id="1" name=""/>
        <p:cNvGrpSpPr/>
        <p:nvPr/>
      </p:nvGrpSpPr>
      <p:grpSpPr>
        <a:xfrm>
          <a:off x="0" y="0"/>
          <a:ext cx="0" cy="0"/>
          <a:chOff x="0" y="0"/>
          <a:chExt cx="0" cy="0"/>
        </a:xfrm>
      </p:grpSpPr>
      <p:sp>
        <p:nvSpPr>
          <p:cNvPr id="742" name="PlaceHolder 1"/>
          <p:cNvSpPr>
            <a:spLocks noGrp="1"/>
          </p:cNvSpPr>
          <p:nvPr>
            <p:ph type="title"/>
          </p:nvPr>
        </p:nvSpPr>
        <p:spPr>
          <a:xfrm>
            <a:off x="713160" y="753840"/>
            <a:ext cx="4103640" cy="105840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743" name="Google Shape;1022;p31"/>
          <p:cNvSpPr/>
          <p:nvPr/>
        </p:nvSpPr>
        <p:spPr>
          <a:xfrm>
            <a:off x="713160" y="3611880"/>
            <a:ext cx="4002480" cy="844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2"/>
              </a:rPr>
              <a:t>Slidesgo</a:t>
            </a:r>
            <a:r>
              <a:rPr lang="en" sz="1000" b="0" u="none" strike="noStrike">
                <a:solidFill>
                  <a:schemeClr val="dk1"/>
                </a:solidFill>
                <a:effectLst/>
                <a:uFillTx/>
                <a:latin typeface="DM Sans"/>
                <a:ea typeface="DM Sans"/>
              </a:rPr>
              <a:t>, and includes icons, infographics &amp; images by </a:t>
            </a:r>
            <a:r>
              <a:rPr lang="en" sz="1000" b="1" u="sng" strike="noStrike">
                <a:solidFill>
                  <a:schemeClr val="dk1"/>
                </a:solidFill>
                <a:effectLst/>
                <a:uFillTx/>
                <a:latin typeface="DM Sans"/>
                <a:ea typeface="DM Sans"/>
                <a:hlinkClick r:id="rId3"/>
              </a:rPr>
              <a:t>Freepik</a:t>
            </a:r>
            <a:r>
              <a:rPr lang="en" sz="1000" b="0" u="sng" strike="noStrike">
                <a:solidFill>
                  <a:schemeClr val="dk1"/>
                </a:solidFill>
                <a:effectLst/>
                <a:uFillTx/>
                <a:latin typeface="DM Sans"/>
                <a:ea typeface="DM Sans"/>
              </a:rPr>
              <a:t> </a:t>
            </a:r>
            <a:endParaRPr lang="en-US" sz="1000" b="0" u="none" strike="noStrike">
              <a:solidFill>
                <a:srgbClr val="000000"/>
              </a:solidFill>
              <a:effectLst/>
              <a:uFillTx/>
              <a:latin typeface="OpenSymbol"/>
            </a:endParaRPr>
          </a:p>
        </p:txBody>
      </p:sp>
      <p:grpSp>
        <p:nvGrpSpPr>
          <p:cNvPr id="744" name="Google Shape;1023;p31"/>
          <p:cNvGrpSpPr/>
          <p:nvPr/>
        </p:nvGrpSpPr>
        <p:grpSpPr>
          <a:xfrm>
            <a:off x="4437360" y="310320"/>
            <a:ext cx="4366080" cy="4348080"/>
            <a:chOff x="4437360" y="310320"/>
            <a:chExt cx="4366080" cy="4348080"/>
          </a:xfrm>
        </p:grpSpPr>
        <p:grpSp>
          <p:nvGrpSpPr>
            <p:cNvPr id="745" name="Google Shape;1024;p31"/>
            <p:cNvGrpSpPr/>
            <p:nvPr/>
          </p:nvGrpSpPr>
          <p:grpSpPr>
            <a:xfrm>
              <a:off x="4437360" y="4470120"/>
              <a:ext cx="187920" cy="188280"/>
              <a:chOff x="4437360" y="4470120"/>
              <a:chExt cx="187920" cy="188280"/>
            </a:xfrm>
          </p:grpSpPr>
          <p:sp>
            <p:nvSpPr>
              <p:cNvPr id="746" name="Google Shape;1025;p31"/>
              <p:cNvSpPr/>
              <p:nvPr/>
            </p:nvSpPr>
            <p:spPr>
              <a:xfrm>
                <a:off x="450756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1026;p31"/>
              <p:cNvSpPr/>
              <p:nvPr/>
            </p:nvSpPr>
            <p:spPr>
              <a:xfrm>
                <a:off x="457632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027;p31"/>
              <p:cNvSpPr/>
              <p:nvPr/>
            </p:nvSpPr>
            <p:spPr>
              <a:xfrm>
                <a:off x="4437360" y="4558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028;p31"/>
              <p:cNvSpPr/>
              <p:nvPr/>
            </p:nvSpPr>
            <p:spPr>
              <a:xfrm>
                <a:off x="4524480" y="4541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029;p31"/>
              <p:cNvSpPr/>
              <p:nvPr/>
            </p:nvSpPr>
            <p:spPr>
              <a:xfrm>
                <a:off x="4524480" y="4610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030;p31"/>
              <p:cNvSpPr/>
              <p:nvPr/>
            </p:nvSpPr>
            <p:spPr>
              <a:xfrm>
                <a:off x="4524480" y="4470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2" name="Google Shape;1031;p31"/>
            <p:cNvGrpSpPr/>
            <p:nvPr/>
          </p:nvGrpSpPr>
          <p:grpSpPr>
            <a:xfrm>
              <a:off x="8476560" y="4254120"/>
              <a:ext cx="326880" cy="328320"/>
              <a:chOff x="8476560" y="4254120"/>
              <a:chExt cx="326880" cy="328320"/>
            </a:xfrm>
          </p:grpSpPr>
          <p:sp>
            <p:nvSpPr>
              <p:cNvPr id="753" name="Google Shape;1032;p31"/>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4" name="Google Shape;1033;p31"/>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034;p31"/>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035;p31"/>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036;p31"/>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037;p31"/>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038;p31"/>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039;p31"/>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040;p31"/>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041;p31"/>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3" name="Google Shape;1042;p31"/>
            <p:cNvGrpSpPr/>
            <p:nvPr/>
          </p:nvGrpSpPr>
          <p:grpSpPr>
            <a:xfrm>
              <a:off x="8430840" y="310320"/>
              <a:ext cx="188280" cy="188640"/>
              <a:chOff x="8430840" y="310320"/>
              <a:chExt cx="188280" cy="188640"/>
            </a:xfrm>
          </p:grpSpPr>
          <p:sp>
            <p:nvSpPr>
              <p:cNvPr id="764" name="Google Shape;1043;p31"/>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044;p31"/>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045;p31"/>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046;p31"/>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047;p31"/>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048;p31"/>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70" name="Google Shape;1049;p31"/>
          <p:cNvGrpSpPr/>
          <p:nvPr/>
        </p:nvGrpSpPr>
        <p:grpSpPr>
          <a:xfrm>
            <a:off x="-2031840" y="-2321640"/>
            <a:ext cx="5291280" cy="9559080"/>
            <a:chOff x="-2031840" y="-2321640"/>
            <a:chExt cx="5291280" cy="9559080"/>
          </a:xfrm>
        </p:grpSpPr>
        <p:sp>
          <p:nvSpPr>
            <p:cNvPr id="771" name="Google Shape;1050;p31"/>
            <p:cNvSpPr/>
            <p:nvPr/>
          </p:nvSpPr>
          <p:spPr>
            <a:xfrm rot="14263800">
              <a:off x="-1677240" y="3957840"/>
              <a:ext cx="3117960" cy="2557080"/>
            </a:xfrm>
            <a:custGeom>
              <a:avLst/>
              <a:gdLst>
                <a:gd name="textAreaLeft" fmla="*/ 0 w 3117960"/>
                <a:gd name="textAreaRight" fmla="*/ 3118320 w 3117960"/>
                <a:gd name="textAreaTop" fmla="*/ 0 h 2557080"/>
                <a:gd name="textAreaBottom" fmla="*/ 2557440 h 255708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051;p31"/>
            <p:cNvSpPr/>
            <p:nvPr/>
          </p:nvSpPr>
          <p:spPr>
            <a:xfrm rot="19448400">
              <a:off x="-721440" y="-1462320"/>
              <a:ext cx="3665160" cy="2263680"/>
            </a:xfrm>
            <a:custGeom>
              <a:avLst/>
              <a:gdLst>
                <a:gd name="textAreaLeft" fmla="*/ 0 w 3665160"/>
                <a:gd name="textAreaRight" fmla="*/ 366552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774" name="PlaceHolder 1"/>
          <p:cNvSpPr>
            <a:spLocks noGrp="1"/>
          </p:cNvSpPr>
          <p:nvPr>
            <p:ph type="title"/>
          </p:nvPr>
        </p:nvSpPr>
        <p:spPr>
          <a:xfrm>
            <a:off x="713160" y="753840"/>
            <a:ext cx="4103640" cy="105840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743" name="Google Shape;1022;p31"/>
          <p:cNvSpPr/>
          <p:nvPr/>
        </p:nvSpPr>
        <p:spPr>
          <a:xfrm>
            <a:off x="713160" y="3611880"/>
            <a:ext cx="4002480" cy="844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2"/>
              </a:rPr>
              <a:t>Slidesgo</a:t>
            </a:r>
            <a:r>
              <a:rPr lang="en" sz="1000" b="0" u="none" strike="noStrike">
                <a:solidFill>
                  <a:schemeClr val="dk1"/>
                </a:solidFill>
                <a:effectLst/>
                <a:uFillTx/>
                <a:latin typeface="DM Sans"/>
                <a:ea typeface="DM Sans"/>
              </a:rPr>
              <a:t>, and includes icons, infographics &amp; images by </a:t>
            </a:r>
            <a:r>
              <a:rPr lang="en" sz="1000" b="1" u="sng" strike="noStrike">
                <a:solidFill>
                  <a:schemeClr val="dk1"/>
                </a:solidFill>
                <a:effectLst/>
                <a:uFillTx/>
                <a:latin typeface="DM Sans"/>
                <a:ea typeface="DM Sans"/>
                <a:hlinkClick r:id="rId3"/>
              </a:rPr>
              <a:t>Freepik</a:t>
            </a:r>
            <a:r>
              <a:rPr lang="en" sz="1000" b="0" u="sng" strike="noStrike">
                <a:solidFill>
                  <a:schemeClr val="dk1"/>
                </a:solidFill>
                <a:effectLst/>
                <a:uFillTx/>
                <a:latin typeface="DM Sans"/>
                <a:ea typeface="DM Sans"/>
              </a:rPr>
              <a:t> </a:t>
            </a:r>
            <a:endParaRPr lang="en-US" sz="1000" b="0" u="none" strike="noStrike">
              <a:solidFill>
                <a:srgbClr val="000000"/>
              </a:solidFill>
              <a:effectLst/>
              <a:uFillTx/>
              <a:latin typeface="OpenSymbol"/>
            </a:endParaRPr>
          </a:p>
        </p:txBody>
      </p:sp>
      <p:grpSp>
        <p:nvGrpSpPr>
          <p:cNvPr id="775" name="Google Shape;1023;p31"/>
          <p:cNvGrpSpPr/>
          <p:nvPr/>
        </p:nvGrpSpPr>
        <p:grpSpPr>
          <a:xfrm>
            <a:off x="4437360" y="310320"/>
            <a:ext cx="4366080" cy="4348080"/>
            <a:chOff x="4437360" y="310320"/>
            <a:chExt cx="4366080" cy="4348080"/>
          </a:xfrm>
        </p:grpSpPr>
        <p:grpSp>
          <p:nvGrpSpPr>
            <p:cNvPr id="776" name="Google Shape;1024;p31"/>
            <p:cNvGrpSpPr/>
            <p:nvPr/>
          </p:nvGrpSpPr>
          <p:grpSpPr>
            <a:xfrm>
              <a:off x="4437360" y="4470120"/>
              <a:ext cx="187920" cy="188280"/>
              <a:chOff x="4437360" y="4470120"/>
              <a:chExt cx="187920" cy="188280"/>
            </a:xfrm>
          </p:grpSpPr>
          <p:sp>
            <p:nvSpPr>
              <p:cNvPr id="746" name="Google Shape;1025;p31"/>
              <p:cNvSpPr/>
              <p:nvPr/>
            </p:nvSpPr>
            <p:spPr>
              <a:xfrm>
                <a:off x="450756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1026;p31"/>
              <p:cNvSpPr/>
              <p:nvPr/>
            </p:nvSpPr>
            <p:spPr>
              <a:xfrm>
                <a:off x="457632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027;p31"/>
              <p:cNvSpPr/>
              <p:nvPr/>
            </p:nvSpPr>
            <p:spPr>
              <a:xfrm>
                <a:off x="4437360" y="4558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028;p31"/>
              <p:cNvSpPr/>
              <p:nvPr/>
            </p:nvSpPr>
            <p:spPr>
              <a:xfrm>
                <a:off x="4524480" y="4541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029;p31"/>
              <p:cNvSpPr/>
              <p:nvPr/>
            </p:nvSpPr>
            <p:spPr>
              <a:xfrm>
                <a:off x="4524480" y="4610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030;p31"/>
              <p:cNvSpPr/>
              <p:nvPr/>
            </p:nvSpPr>
            <p:spPr>
              <a:xfrm>
                <a:off x="4524480" y="4470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7" name="Google Shape;1031;p31"/>
            <p:cNvGrpSpPr/>
            <p:nvPr/>
          </p:nvGrpSpPr>
          <p:grpSpPr>
            <a:xfrm>
              <a:off x="8476560" y="4254120"/>
              <a:ext cx="326880" cy="328320"/>
              <a:chOff x="8476560" y="4254120"/>
              <a:chExt cx="326880" cy="328320"/>
            </a:xfrm>
          </p:grpSpPr>
          <p:sp>
            <p:nvSpPr>
              <p:cNvPr id="753" name="Google Shape;1032;p31"/>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4" name="Google Shape;1033;p31"/>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034;p31"/>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035;p31"/>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036;p31"/>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037;p31"/>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038;p31"/>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039;p31"/>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040;p31"/>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041;p31"/>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8" name="Google Shape;1042;p31"/>
            <p:cNvGrpSpPr/>
            <p:nvPr/>
          </p:nvGrpSpPr>
          <p:grpSpPr>
            <a:xfrm>
              <a:off x="8430840" y="310320"/>
              <a:ext cx="188280" cy="188640"/>
              <a:chOff x="8430840" y="310320"/>
              <a:chExt cx="188280" cy="188640"/>
            </a:xfrm>
          </p:grpSpPr>
          <p:sp>
            <p:nvSpPr>
              <p:cNvPr id="764" name="Google Shape;1043;p31"/>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044;p31"/>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045;p31"/>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046;p31"/>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047;p31"/>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048;p31"/>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79" name="Google Shape;1049;p31"/>
          <p:cNvGrpSpPr/>
          <p:nvPr/>
        </p:nvGrpSpPr>
        <p:grpSpPr>
          <a:xfrm>
            <a:off x="-2031840" y="-2321640"/>
            <a:ext cx="5291280" cy="9559080"/>
            <a:chOff x="-2031840" y="-2321640"/>
            <a:chExt cx="5291280" cy="9559080"/>
          </a:xfrm>
        </p:grpSpPr>
        <p:sp>
          <p:nvSpPr>
            <p:cNvPr id="771" name="Google Shape;1050;p31"/>
            <p:cNvSpPr/>
            <p:nvPr/>
          </p:nvSpPr>
          <p:spPr>
            <a:xfrm rot="14263800">
              <a:off x="-1677240" y="3957840"/>
              <a:ext cx="3117960" cy="2557080"/>
            </a:xfrm>
            <a:custGeom>
              <a:avLst/>
              <a:gdLst>
                <a:gd name="textAreaLeft" fmla="*/ 0 w 3117960"/>
                <a:gd name="textAreaRight" fmla="*/ 3118320 w 3117960"/>
                <a:gd name="textAreaTop" fmla="*/ 0 h 2557080"/>
                <a:gd name="textAreaBottom" fmla="*/ 2557440 h 255708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051;p31"/>
            <p:cNvSpPr/>
            <p:nvPr/>
          </p:nvSpPr>
          <p:spPr>
            <a:xfrm rot="19448400">
              <a:off x="-721440" y="-1462320"/>
              <a:ext cx="3665160" cy="2263680"/>
            </a:xfrm>
            <a:custGeom>
              <a:avLst/>
              <a:gdLst>
                <a:gd name="textAreaLeft" fmla="*/ 0 w 3665160"/>
                <a:gd name="textAreaRight" fmla="*/ 366552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8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781" name="Google Shape;1053;p32"/>
          <p:cNvGrpSpPr/>
          <p:nvPr/>
        </p:nvGrpSpPr>
        <p:grpSpPr>
          <a:xfrm>
            <a:off x="312840" y="256320"/>
            <a:ext cx="7979040" cy="4540680"/>
            <a:chOff x="312840" y="256320"/>
            <a:chExt cx="7979040" cy="4540680"/>
          </a:xfrm>
        </p:grpSpPr>
        <p:grpSp>
          <p:nvGrpSpPr>
            <p:cNvPr id="782" name="Google Shape;1054;p32"/>
            <p:cNvGrpSpPr/>
            <p:nvPr/>
          </p:nvGrpSpPr>
          <p:grpSpPr>
            <a:xfrm>
              <a:off x="312840" y="3009600"/>
              <a:ext cx="187560" cy="188640"/>
              <a:chOff x="312840" y="3009600"/>
              <a:chExt cx="187560" cy="188640"/>
            </a:xfrm>
          </p:grpSpPr>
          <p:sp>
            <p:nvSpPr>
              <p:cNvPr id="783" name="Google Shape;1055;p32"/>
              <p:cNvSpPr/>
              <p:nvPr/>
            </p:nvSpPr>
            <p:spPr>
              <a:xfrm flipH="1">
                <a:off x="38160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1056;p32"/>
              <p:cNvSpPr/>
              <p:nvPr/>
            </p:nvSpPr>
            <p:spPr>
              <a:xfrm flipH="1">
                <a:off x="31284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1057;p32"/>
              <p:cNvSpPr/>
              <p:nvPr/>
            </p:nvSpPr>
            <p:spPr>
              <a:xfrm flipH="1">
                <a:off x="450720" y="3098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058;p32"/>
              <p:cNvSpPr/>
              <p:nvPr/>
            </p:nvSpPr>
            <p:spPr>
              <a:xfrm flipH="1">
                <a:off x="400320" y="3080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059;p32"/>
              <p:cNvSpPr/>
              <p:nvPr/>
            </p:nvSpPr>
            <p:spPr>
              <a:xfrm flipH="1">
                <a:off x="400320" y="3150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060;p32"/>
              <p:cNvSpPr/>
              <p:nvPr/>
            </p:nvSpPr>
            <p:spPr>
              <a:xfrm flipH="1">
                <a:off x="400320" y="3009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89" name="Google Shape;1061;p32"/>
            <p:cNvGrpSpPr/>
            <p:nvPr/>
          </p:nvGrpSpPr>
          <p:grpSpPr>
            <a:xfrm>
              <a:off x="8104320" y="984600"/>
              <a:ext cx="187560" cy="188280"/>
              <a:chOff x="8104320" y="984600"/>
              <a:chExt cx="187560" cy="188280"/>
            </a:xfrm>
          </p:grpSpPr>
          <p:sp>
            <p:nvSpPr>
              <p:cNvPr id="790" name="Google Shape;1062;p32"/>
              <p:cNvSpPr/>
              <p:nvPr/>
            </p:nvSpPr>
            <p:spPr>
              <a:xfrm flipH="1">
                <a:off x="817308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063;p32"/>
              <p:cNvSpPr/>
              <p:nvPr/>
            </p:nvSpPr>
            <p:spPr>
              <a:xfrm flipH="1">
                <a:off x="810432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2" name="Google Shape;1064;p32"/>
              <p:cNvSpPr/>
              <p:nvPr/>
            </p:nvSpPr>
            <p:spPr>
              <a:xfrm flipH="1">
                <a:off x="8242200" y="1073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065;p32"/>
              <p:cNvSpPr/>
              <p:nvPr/>
            </p:nvSpPr>
            <p:spPr>
              <a:xfrm flipH="1">
                <a:off x="8191800" y="1055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066;p32"/>
              <p:cNvSpPr/>
              <p:nvPr/>
            </p:nvSpPr>
            <p:spPr>
              <a:xfrm flipH="1">
                <a:off x="8191800" y="1125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5" name="Google Shape;1067;p32"/>
              <p:cNvSpPr/>
              <p:nvPr/>
            </p:nvSpPr>
            <p:spPr>
              <a:xfrm flipH="1">
                <a:off x="8191800" y="984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6" name="Google Shape;1068;p32"/>
            <p:cNvGrpSpPr/>
            <p:nvPr/>
          </p:nvGrpSpPr>
          <p:grpSpPr>
            <a:xfrm>
              <a:off x="6638400" y="256320"/>
              <a:ext cx="187920" cy="188280"/>
              <a:chOff x="6638400" y="256320"/>
              <a:chExt cx="187920" cy="188280"/>
            </a:xfrm>
          </p:grpSpPr>
          <p:sp>
            <p:nvSpPr>
              <p:cNvPr id="797" name="Google Shape;1069;p32"/>
              <p:cNvSpPr/>
              <p:nvPr/>
            </p:nvSpPr>
            <p:spPr>
              <a:xfrm flipH="1">
                <a:off x="670752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070;p32"/>
              <p:cNvSpPr/>
              <p:nvPr/>
            </p:nvSpPr>
            <p:spPr>
              <a:xfrm flipH="1">
                <a:off x="663840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9" name="Google Shape;1071;p32"/>
              <p:cNvSpPr/>
              <p:nvPr/>
            </p:nvSpPr>
            <p:spPr>
              <a:xfrm flipH="1">
                <a:off x="6776640" y="34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0" name="Google Shape;1072;p32"/>
              <p:cNvSpPr/>
              <p:nvPr/>
            </p:nvSpPr>
            <p:spPr>
              <a:xfrm flipH="1">
                <a:off x="6725880" y="32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1" name="Google Shape;1073;p32"/>
              <p:cNvSpPr/>
              <p:nvPr/>
            </p:nvSpPr>
            <p:spPr>
              <a:xfrm flipH="1">
                <a:off x="6725880" y="396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2" name="Google Shape;1074;p32"/>
              <p:cNvSpPr/>
              <p:nvPr/>
            </p:nvSpPr>
            <p:spPr>
              <a:xfrm flipH="1">
                <a:off x="6725880" y="25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03" name="Google Shape;1075;p32"/>
            <p:cNvGrpSpPr/>
            <p:nvPr/>
          </p:nvGrpSpPr>
          <p:grpSpPr>
            <a:xfrm>
              <a:off x="1300320" y="4608720"/>
              <a:ext cx="187920" cy="188280"/>
              <a:chOff x="1300320" y="4608720"/>
              <a:chExt cx="187920" cy="188280"/>
            </a:xfrm>
          </p:grpSpPr>
          <p:sp>
            <p:nvSpPr>
              <p:cNvPr id="804" name="Google Shape;1076;p32"/>
              <p:cNvSpPr/>
              <p:nvPr/>
            </p:nvSpPr>
            <p:spPr>
              <a:xfrm flipH="1">
                <a:off x="136944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5" name="Google Shape;1077;p32"/>
              <p:cNvSpPr/>
              <p:nvPr/>
            </p:nvSpPr>
            <p:spPr>
              <a:xfrm flipH="1">
                <a:off x="130032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078;p32"/>
              <p:cNvSpPr/>
              <p:nvPr/>
            </p:nvSpPr>
            <p:spPr>
              <a:xfrm flipH="1">
                <a:off x="143856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079;p32"/>
              <p:cNvSpPr/>
              <p:nvPr/>
            </p:nvSpPr>
            <p:spPr>
              <a:xfrm flipH="1">
                <a:off x="138780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8" name="Google Shape;1080;p32"/>
              <p:cNvSpPr/>
              <p:nvPr/>
            </p:nvSpPr>
            <p:spPr>
              <a:xfrm flipH="1">
                <a:off x="138780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081;p32"/>
              <p:cNvSpPr/>
              <p:nvPr/>
            </p:nvSpPr>
            <p:spPr>
              <a:xfrm flipH="1">
                <a:off x="138780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10" name="Google Shape;1082;p32"/>
          <p:cNvGrpSpPr/>
          <p:nvPr/>
        </p:nvGrpSpPr>
        <p:grpSpPr>
          <a:xfrm>
            <a:off x="-2145600" y="-2042640"/>
            <a:ext cx="13267800" cy="8850600"/>
            <a:chOff x="-2145600" y="-2042640"/>
            <a:chExt cx="13267800" cy="8850600"/>
          </a:xfrm>
        </p:grpSpPr>
        <p:sp>
          <p:nvSpPr>
            <p:cNvPr id="811" name="Google Shape;1083;p32"/>
            <p:cNvSpPr/>
            <p:nvPr/>
          </p:nvSpPr>
          <p:spPr>
            <a:xfrm rot="1571400">
              <a:off x="6980760" y="-172224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084;p32"/>
            <p:cNvSpPr/>
            <p:nvPr/>
          </p:nvSpPr>
          <p:spPr>
            <a:xfrm rot="13155000" flipH="1">
              <a:off x="7131960" y="-73260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Google Shape;1085;p32"/>
            <p:cNvSpPr/>
            <p:nvPr/>
          </p:nvSpPr>
          <p:spPr>
            <a:xfrm rot="1539600" flipH="1">
              <a:off x="-1635120" y="394704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4" name="Google Shape;1086;p32"/>
            <p:cNvSpPr/>
            <p:nvPr/>
          </p:nvSpPr>
          <p:spPr>
            <a:xfrm rot="12847200">
              <a:off x="-1582560" y="319212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815" name="Google Shape;1088;p33"/>
          <p:cNvGrpSpPr/>
          <p:nvPr/>
        </p:nvGrpSpPr>
        <p:grpSpPr>
          <a:xfrm>
            <a:off x="1922760" y="310320"/>
            <a:ext cx="6880680" cy="4500720"/>
            <a:chOff x="1922760" y="310320"/>
            <a:chExt cx="6880680" cy="4500720"/>
          </a:xfrm>
        </p:grpSpPr>
        <p:grpSp>
          <p:nvGrpSpPr>
            <p:cNvPr id="816" name="Google Shape;1089;p33"/>
            <p:cNvGrpSpPr/>
            <p:nvPr/>
          </p:nvGrpSpPr>
          <p:grpSpPr>
            <a:xfrm>
              <a:off x="8304480" y="792720"/>
              <a:ext cx="326520" cy="327960"/>
              <a:chOff x="8304480" y="792720"/>
              <a:chExt cx="326520" cy="327960"/>
            </a:xfrm>
          </p:grpSpPr>
          <p:sp>
            <p:nvSpPr>
              <p:cNvPr id="817" name="Google Shape;1090;p33"/>
              <p:cNvSpPr/>
              <p:nvPr/>
            </p:nvSpPr>
            <p:spPr>
              <a:xfrm>
                <a:off x="8445600" y="951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8" name="Google Shape;1091;p33"/>
              <p:cNvSpPr/>
              <p:nvPr/>
            </p:nvSpPr>
            <p:spPr>
              <a:xfrm>
                <a:off x="8514360" y="951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092;p33"/>
              <p:cNvSpPr/>
              <p:nvPr/>
            </p:nvSpPr>
            <p:spPr>
              <a:xfrm>
                <a:off x="8583120" y="951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093;p33"/>
              <p:cNvSpPr/>
              <p:nvPr/>
            </p:nvSpPr>
            <p:spPr>
              <a:xfrm>
                <a:off x="8375400" y="951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094;p33"/>
              <p:cNvSpPr/>
              <p:nvPr/>
            </p:nvSpPr>
            <p:spPr>
              <a:xfrm>
                <a:off x="8304480" y="951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095;p33"/>
              <p:cNvSpPr/>
              <p:nvPr/>
            </p:nvSpPr>
            <p:spPr>
              <a:xfrm>
                <a:off x="8462880" y="934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096;p33"/>
              <p:cNvSpPr/>
              <p:nvPr/>
            </p:nvSpPr>
            <p:spPr>
              <a:xfrm>
                <a:off x="8462880" y="1003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097;p33"/>
              <p:cNvSpPr/>
              <p:nvPr/>
            </p:nvSpPr>
            <p:spPr>
              <a:xfrm>
                <a:off x="8462880" y="1071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098;p33"/>
              <p:cNvSpPr/>
              <p:nvPr/>
            </p:nvSpPr>
            <p:spPr>
              <a:xfrm>
                <a:off x="8462880" y="862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099;p33"/>
              <p:cNvSpPr/>
              <p:nvPr/>
            </p:nvSpPr>
            <p:spPr>
              <a:xfrm>
                <a:off x="8462880" y="792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27" name="Google Shape;1100;p33"/>
            <p:cNvGrpSpPr/>
            <p:nvPr/>
          </p:nvGrpSpPr>
          <p:grpSpPr>
            <a:xfrm>
              <a:off x="1922760" y="4622400"/>
              <a:ext cx="187920" cy="188640"/>
              <a:chOff x="1922760" y="4622400"/>
              <a:chExt cx="187920" cy="188640"/>
            </a:xfrm>
          </p:grpSpPr>
          <p:sp>
            <p:nvSpPr>
              <p:cNvPr id="828" name="Google Shape;1101;p33"/>
              <p:cNvSpPr/>
              <p:nvPr/>
            </p:nvSpPr>
            <p:spPr>
              <a:xfrm>
                <a:off x="1992960" y="4710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102;p33"/>
              <p:cNvSpPr/>
              <p:nvPr/>
            </p:nvSpPr>
            <p:spPr>
              <a:xfrm>
                <a:off x="2061720" y="4710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103;p33"/>
              <p:cNvSpPr/>
              <p:nvPr/>
            </p:nvSpPr>
            <p:spPr>
              <a:xfrm>
                <a:off x="1922760" y="4710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104;p33"/>
              <p:cNvSpPr/>
              <p:nvPr/>
            </p:nvSpPr>
            <p:spPr>
              <a:xfrm>
                <a:off x="2009880" y="4693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105;p33"/>
              <p:cNvSpPr/>
              <p:nvPr/>
            </p:nvSpPr>
            <p:spPr>
              <a:xfrm>
                <a:off x="2009880" y="4763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106;p33"/>
              <p:cNvSpPr/>
              <p:nvPr/>
            </p:nvSpPr>
            <p:spPr>
              <a:xfrm>
                <a:off x="2009880" y="4622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4" name="Google Shape;1107;p33"/>
            <p:cNvGrpSpPr/>
            <p:nvPr/>
          </p:nvGrpSpPr>
          <p:grpSpPr>
            <a:xfrm>
              <a:off x="8476560" y="4254120"/>
              <a:ext cx="326880" cy="328320"/>
              <a:chOff x="8476560" y="4254120"/>
              <a:chExt cx="326880" cy="328320"/>
            </a:xfrm>
          </p:grpSpPr>
          <p:sp>
            <p:nvSpPr>
              <p:cNvPr id="835" name="Google Shape;1108;p33"/>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109;p33"/>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7" name="Google Shape;1110;p33"/>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111;p33"/>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1112;p33"/>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113;p33"/>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1114;p33"/>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115;p33"/>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3" name="Google Shape;1116;p33"/>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117;p33"/>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5" name="Google Shape;1118;p33"/>
            <p:cNvGrpSpPr/>
            <p:nvPr/>
          </p:nvGrpSpPr>
          <p:grpSpPr>
            <a:xfrm>
              <a:off x="6068520" y="310320"/>
              <a:ext cx="188280" cy="188640"/>
              <a:chOff x="6068520" y="310320"/>
              <a:chExt cx="188280" cy="188640"/>
            </a:xfrm>
          </p:grpSpPr>
          <p:sp>
            <p:nvSpPr>
              <p:cNvPr id="846" name="Google Shape;1119;p33"/>
              <p:cNvSpPr/>
              <p:nvPr/>
            </p:nvSpPr>
            <p:spPr>
              <a:xfrm>
                <a:off x="613908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7" name="Google Shape;1120;p33"/>
              <p:cNvSpPr/>
              <p:nvPr/>
            </p:nvSpPr>
            <p:spPr>
              <a:xfrm>
                <a:off x="62078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8" name="Google Shape;1121;p33"/>
              <p:cNvSpPr/>
              <p:nvPr/>
            </p:nvSpPr>
            <p:spPr>
              <a:xfrm>
                <a:off x="606852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9" name="Google Shape;1122;p33"/>
              <p:cNvSpPr/>
              <p:nvPr/>
            </p:nvSpPr>
            <p:spPr>
              <a:xfrm>
                <a:off x="615564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123;p33"/>
              <p:cNvSpPr/>
              <p:nvPr/>
            </p:nvSpPr>
            <p:spPr>
              <a:xfrm>
                <a:off x="615564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124;p33"/>
              <p:cNvSpPr/>
              <p:nvPr/>
            </p:nvSpPr>
            <p:spPr>
              <a:xfrm>
                <a:off x="615564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52" name="Google Shape;1125;p33"/>
          <p:cNvGrpSpPr/>
          <p:nvPr/>
        </p:nvGrpSpPr>
        <p:grpSpPr>
          <a:xfrm>
            <a:off x="-2495160" y="-1793160"/>
            <a:ext cx="13991760" cy="8568360"/>
            <a:chOff x="-2495160" y="-1793160"/>
            <a:chExt cx="13991760" cy="8568360"/>
          </a:xfrm>
        </p:grpSpPr>
        <p:sp>
          <p:nvSpPr>
            <p:cNvPr id="853" name="Google Shape;1126;p33"/>
            <p:cNvSpPr/>
            <p:nvPr/>
          </p:nvSpPr>
          <p:spPr>
            <a:xfrm rot="2472600" flipH="1">
              <a:off x="7921800" y="-1082520"/>
              <a:ext cx="3117960" cy="2556720"/>
            </a:xfrm>
            <a:custGeom>
              <a:avLst/>
              <a:gdLst>
                <a:gd name="textAreaLeft" fmla="*/ -360 w 3117960"/>
                <a:gd name="textAreaRight" fmla="*/ 3117960 w 3117960"/>
                <a:gd name="textAreaTop" fmla="*/ 0 h 2556720"/>
                <a:gd name="textAreaBottom" fmla="*/ 2557080 h 255672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4" name="Google Shape;1127;p33"/>
            <p:cNvSpPr/>
            <p:nvPr/>
          </p:nvSpPr>
          <p:spPr>
            <a:xfrm rot="12951600" flipH="1">
              <a:off x="-2179440" y="3652200"/>
              <a:ext cx="3665160" cy="2263680"/>
            </a:xfrm>
            <a:custGeom>
              <a:avLst/>
              <a:gdLst>
                <a:gd name="textAreaLeft" fmla="*/ 360 w 3665160"/>
                <a:gd name="textAreaRight" fmla="*/ 366588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5" name="Google Shape;1128;p33"/>
          <p:cNvGrpSpPr/>
          <p:nvPr/>
        </p:nvGrpSpPr>
        <p:grpSpPr>
          <a:xfrm>
            <a:off x="555840" y="624960"/>
            <a:ext cx="4032360" cy="3957120"/>
            <a:chOff x="555840" y="624960"/>
            <a:chExt cx="4032360" cy="3957120"/>
          </a:xfrm>
        </p:grpSpPr>
        <p:sp>
          <p:nvSpPr>
            <p:cNvPr id="856" name="Google Shape;1129;p33"/>
            <p:cNvSpPr/>
            <p:nvPr/>
          </p:nvSpPr>
          <p:spPr>
            <a:xfrm>
              <a:off x="856080" y="624960"/>
              <a:ext cx="3370680" cy="3669120"/>
            </a:xfrm>
            <a:custGeom>
              <a:avLst/>
              <a:gdLst>
                <a:gd name="textAreaLeft" fmla="*/ 0 w 3370680"/>
                <a:gd name="textAreaRight" fmla="*/ 3371040 w 3370680"/>
                <a:gd name="textAreaTop" fmla="*/ 0 h 3669120"/>
                <a:gd name="textAreaBottom" fmla="*/ 3669480 h 3669120"/>
              </a:gdLst>
              <a:ahLst/>
              <a:cxnLst/>
              <a:rect l="textAreaLeft" t="textAreaTop" r="textAreaRight" b="textAreaBottom"/>
              <a:pathLst>
                <a:path w="1091" h="1011">
                  <a:moveTo>
                    <a:pt x="1011" y="1011"/>
                  </a:moveTo>
                  <a:cubicBezTo>
                    <a:pt x="80" y="1011"/>
                    <a:pt x="80" y="1011"/>
                    <a:pt x="80" y="1011"/>
                  </a:cubicBezTo>
                  <a:cubicBezTo>
                    <a:pt x="36" y="1011"/>
                    <a:pt x="0" y="975"/>
                    <a:pt x="0" y="930"/>
                  </a:cubicBezTo>
                  <a:cubicBezTo>
                    <a:pt x="0" y="80"/>
                    <a:pt x="0" y="80"/>
                    <a:pt x="0" y="80"/>
                  </a:cubicBezTo>
                  <a:cubicBezTo>
                    <a:pt x="0" y="36"/>
                    <a:pt x="36" y="0"/>
                    <a:pt x="80" y="0"/>
                  </a:cubicBezTo>
                  <a:cubicBezTo>
                    <a:pt x="571" y="0"/>
                    <a:pt x="571" y="0"/>
                    <a:pt x="571" y="0"/>
                  </a:cubicBezTo>
                  <a:cubicBezTo>
                    <a:pt x="858" y="0"/>
                    <a:pt x="1091" y="232"/>
                    <a:pt x="1091" y="520"/>
                  </a:cubicBezTo>
                  <a:cubicBezTo>
                    <a:pt x="1091" y="930"/>
                    <a:pt x="1091" y="930"/>
                    <a:pt x="1091" y="930"/>
                  </a:cubicBezTo>
                  <a:cubicBezTo>
                    <a:pt x="1091" y="975"/>
                    <a:pt x="1055" y="1011"/>
                    <a:pt x="1011" y="101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130;p33"/>
            <p:cNvSpPr/>
            <p:nvPr/>
          </p:nvSpPr>
          <p:spPr>
            <a:xfrm>
              <a:off x="1001520" y="104256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8" name="Google Shape;1131;p33"/>
            <p:cNvSpPr/>
            <p:nvPr/>
          </p:nvSpPr>
          <p:spPr>
            <a:xfrm>
              <a:off x="1141920" y="1731240"/>
              <a:ext cx="408600" cy="409680"/>
            </a:xfrm>
            <a:custGeom>
              <a:avLst/>
              <a:gdLst>
                <a:gd name="textAreaLeft" fmla="*/ 0 w 408600"/>
                <a:gd name="textAreaRight" fmla="*/ 408960 w 408600"/>
                <a:gd name="textAreaTop" fmla="*/ 0 h 409680"/>
                <a:gd name="textAreaBottom" fmla="*/ 410040 h 409680"/>
              </a:gdLst>
              <a:ahLst/>
              <a:cxnLst/>
              <a:rect l="textAreaLeft" t="textAreaTop" r="textAreaRight" b="textAreaBottom"/>
              <a:pathLst>
                <a:path w="571" h="572">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59" name="Google Shape;1132;p33"/>
            <p:cNvGrpSpPr/>
            <p:nvPr/>
          </p:nvGrpSpPr>
          <p:grpSpPr>
            <a:xfrm>
              <a:off x="1802160" y="1203840"/>
              <a:ext cx="2613240" cy="2604240"/>
              <a:chOff x="1802160" y="1203840"/>
              <a:chExt cx="2613240" cy="2604240"/>
            </a:xfrm>
          </p:grpSpPr>
          <p:sp>
            <p:nvSpPr>
              <p:cNvPr id="860" name="Google Shape;1133;p33"/>
              <p:cNvSpPr/>
              <p:nvPr/>
            </p:nvSpPr>
            <p:spPr>
              <a:xfrm>
                <a:off x="2236320" y="2000520"/>
                <a:ext cx="86400" cy="878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43920" bIns="43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1" name="Google Shape;1134;p33"/>
              <p:cNvSpPr/>
              <p:nvPr/>
            </p:nvSpPr>
            <p:spPr>
              <a:xfrm>
                <a:off x="2754720" y="3043800"/>
                <a:ext cx="705600" cy="764280"/>
              </a:xfrm>
              <a:custGeom>
                <a:avLst/>
                <a:gdLst>
                  <a:gd name="textAreaLeft" fmla="*/ 0 w 705600"/>
                  <a:gd name="textAreaRight" fmla="*/ 705960 w 705600"/>
                  <a:gd name="textAreaTop" fmla="*/ 0 h 764280"/>
                  <a:gd name="textAreaBottom" fmla="*/ 764640 h 764280"/>
                </a:gdLst>
                <a:ahLst/>
                <a:cxnLst/>
                <a:rect l="textAreaLeft" t="textAreaTop" r="textAreaRight" b="textAreaBottom"/>
                <a:pathLst>
                  <a:path w="504" h="546">
                    <a:moveTo>
                      <a:pt x="504" y="546"/>
                    </a:moveTo>
                    <a:lnTo>
                      <a:pt x="0" y="546"/>
                    </a:lnTo>
                    <a:lnTo>
                      <a:pt x="95" y="0"/>
                    </a:lnTo>
                    <a:lnTo>
                      <a:pt x="411" y="0"/>
                    </a:lnTo>
                    <a:lnTo>
                      <a:pt x="504" y="54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135;p33"/>
              <p:cNvSpPr/>
              <p:nvPr/>
            </p:nvSpPr>
            <p:spPr>
              <a:xfrm>
                <a:off x="1802160" y="1203840"/>
                <a:ext cx="2613240" cy="1863720"/>
              </a:xfrm>
              <a:custGeom>
                <a:avLst/>
                <a:gdLst>
                  <a:gd name="textAreaLeft" fmla="*/ 0 w 2613240"/>
                  <a:gd name="textAreaRight" fmla="*/ 2613600 w 2613240"/>
                  <a:gd name="textAreaTop" fmla="*/ 0 h 1863720"/>
                  <a:gd name="textAreaBottom" fmla="*/ 1864080 h 1863720"/>
                </a:gdLst>
                <a:ahLst/>
                <a:cxnLst/>
                <a:rect l="textAreaLeft" t="textAreaTop" r="textAreaRight" b="textAreaBottom"/>
                <a:pathLst>
                  <a:path w="963" h="685">
                    <a:moveTo>
                      <a:pt x="937" y="685"/>
                    </a:moveTo>
                    <a:cubicBezTo>
                      <a:pt x="26" y="685"/>
                      <a:pt x="26" y="685"/>
                      <a:pt x="26" y="685"/>
                    </a:cubicBezTo>
                    <a:cubicBezTo>
                      <a:pt x="11" y="685"/>
                      <a:pt x="0" y="673"/>
                      <a:pt x="0" y="659"/>
                    </a:cubicBezTo>
                    <a:cubicBezTo>
                      <a:pt x="0" y="26"/>
                      <a:pt x="0" y="26"/>
                      <a:pt x="0" y="26"/>
                    </a:cubicBezTo>
                    <a:cubicBezTo>
                      <a:pt x="0" y="12"/>
                      <a:pt x="11" y="0"/>
                      <a:pt x="26" y="0"/>
                    </a:cubicBezTo>
                    <a:cubicBezTo>
                      <a:pt x="937" y="0"/>
                      <a:pt x="937" y="0"/>
                      <a:pt x="937" y="0"/>
                    </a:cubicBezTo>
                    <a:cubicBezTo>
                      <a:pt x="951" y="0"/>
                      <a:pt x="963" y="12"/>
                      <a:pt x="963" y="26"/>
                    </a:cubicBezTo>
                    <a:cubicBezTo>
                      <a:pt x="963" y="659"/>
                      <a:pt x="963" y="659"/>
                      <a:pt x="963" y="659"/>
                    </a:cubicBezTo>
                    <a:cubicBezTo>
                      <a:pt x="963" y="673"/>
                      <a:pt x="951" y="685"/>
                      <a:pt x="937" y="68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136;p33"/>
              <p:cNvSpPr/>
              <p:nvPr/>
            </p:nvSpPr>
            <p:spPr>
              <a:xfrm>
                <a:off x="1895400" y="1280160"/>
                <a:ext cx="2420280" cy="167328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4" name="Google Shape;1137;p33"/>
              <p:cNvSpPr/>
              <p:nvPr/>
            </p:nvSpPr>
            <p:spPr>
              <a:xfrm>
                <a:off x="1897200" y="1298880"/>
                <a:ext cx="278280" cy="1393200"/>
              </a:xfrm>
              <a:prstGeom prst="rect">
                <a:avLst/>
              </a:pr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5" name="Google Shape;1138;p33"/>
              <p:cNvSpPr/>
              <p:nvPr/>
            </p:nvSpPr>
            <p:spPr>
              <a:xfrm>
                <a:off x="1892160" y="1280160"/>
                <a:ext cx="2423880" cy="12456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6" name="Google Shape;1139;p33"/>
              <p:cNvSpPr/>
              <p:nvPr/>
            </p:nvSpPr>
            <p:spPr>
              <a:xfrm>
                <a:off x="2274120" y="1350720"/>
                <a:ext cx="281160" cy="20520"/>
              </a:xfrm>
              <a:custGeom>
                <a:avLst/>
                <a:gdLst>
                  <a:gd name="textAreaLeft" fmla="*/ 0 w 281160"/>
                  <a:gd name="textAreaRight" fmla="*/ 281520 w 28116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7" name="Google Shape;1140;p33"/>
              <p:cNvSpPr/>
              <p:nvPr/>
            </p:nvSpPr>
            <p:spPr>
              <a:xfrm>
                <a:off x="26593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141;p33"/>
              <p:cNvSpPr/>
              <p:nvPr/>
            </p:nvSpPr>
            <p:spPr>
              <a:xfrm>
                <a:off x="30445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142;p33"/>
              <p:cNvSpPr/>
              <p:nvPr/>
            </p:nvSpPr>
            <p:spPr>
              <a:xfrm>
                <a:off x="34297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143;p33"/>
              <p:cNvSpPr/>
              <p:nvPr/>
            </p:nvSpPr>
            <p:spPr>
              <a:xfrm>
                <a:off x="3816360" y="1350720"/>
                <a:ext cx="281160" cy="20520"/>
              </a:xfrm>
              <a:custGeom>
                <a:avLst/>
                <a:gdLst>
                  <a:gd name="textAreaLeft" fmla="*/ 0 w 281160"/>
                  <a:gd name="textAreaRight" fmla="*/ 281520 w 28116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144;p33"/>
              <p:cNvSpPr/>
              <p:nvPr/>
            </p:nvSpPr>
            <p:spPr>
              <a:xfrm>
                <a:off x="195336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145;p33"/>
              <p:cNvSpPr/>
              <p:nvPr/>
            </p:nvSpPr>
            <p:spPr>
              <a:xfrm>
                <a:off x="203760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3" name="Google Shape;1146;p33"/>
              <p:cNvSpPr/>
              <p:nvPr/>
            </p:nvSpPr>
            <p:spPr>
              <a:xfrm>
                <a:off x="212148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74" name="Google Shape;1147;p33"/>
            <p:cNvSpPr/>
            <p:nvPr/>
          </p:nvSpPr>
          <p:spPr>
            <a:xfrm>
              <a:off x="2745720" y="3387240"/>
              <a:ext cx="1240200" cy="778320"/>
            </a:xfrm>
            <a:custGeom>
              <a:avLst/>
              <a:gdLst>
                <a:gd name="textAreaLeft" fmla="*/ 0 w 1240200"/>
                <a:gd name="textAreaRight" fmla="*/ 1240560 w 1240200"/>
                <a:gd name="textAreaTop" fmla="*/ 0 h 778320"/>
                <a:gd name="textAreaBottom" fmla="*/ 778680 h 778320"/>
              </a:gdLst>
              <a:ahLst/>
              <a:cxnLst/>
              <a:rect l="textAreaLeft" t="textAreaTop" r="textAreaRight" b="textAreaBottom"/>
              <a:pathLst>
                <a:path w="749" h="470">
                  <a:moveTo>
                    <a:pt x="0" y="470"/>
                  </a:moveTo>
                  <a:cubicBezTo>
                    <a:pt x="0" y="470"/>
                    <a:pt x="48" y="224"/>
                    <a:pt x="103" y="217"/>
                  </a:cubicBezTo>
                  <a:cubicBezTo>
                    <a:pt x="158" y="210"/>
                    <a:pt x="173" y="365"/>
                    <a:pt x="211" y="364"/>
                  </a:cubicBezTo>
                  <a:cubicBezTo>
                    <a:pt x="250" y="362"/>
                    <a:pt x="237" y="1"/>
                    <a:pt x="364" y="0"/>
                  </a:cubicBezTo>
                  <a:cubicBezTo>
                    <a:pt x="490" y="0"/>
                    <a:pt x="445" y="317"/>
                    <a:pt x="522" y="344"/>
                  </a:cubicBezTo>
                  <a:cubicBezTo>
                    <a:pt x="600" y="370"/>
                    <a:pt x="749" y="304"/>
                    <a:pt x="749" y="470"/>
                  </a:cubicBezTo>
                  <a:lnTo>
                    <a:pt x="0" y="47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75" name="Google Shape;1148;p33"/>
            <p:cNvGrpSpPr/>
            <p:nvPr/>
          </p:nvGrpSpPr>
          <p:grpSpPr>
            <a:xfrm>
              <a:off x="4227120" y="1282680"/>
              <a:ext cx="188280" cy="188640"/>
              <a:chOff x="4227120" y="1282680"/>
              <a:chExt cx="188280" cy="188640"/>
            </a:xfrm>
          </p:grpSpPr>
          <p:sp>
            <p:nvSpPr>
              <p:cNvPr id="876" name="Google Shape;1149;p33"/>
              <p:cNvSpPr/>
              <p:nvPr/>
            </p:nvSpPr>
            <p:spPr>
              <a:xfrm>
                <a:off x="429732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150;p33"/>
              <p:cNvSpPr/>
              <p:nvPr/>
            </p:nvSpPr>
            <p:spPr>
              <a:xfrm>
                <a:off x="436644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151;p33"/>
              <p:cNvSpPr/>
              <p:nvPr/>
            </p:nvSpPr>
            <p:spPr>
              <a:xfrm>
                <a:off x="4227120" y="1371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152;p33"/>
              <p:cNvSpPr/>
              <p:nvPr/>
            </p:nvSpPr>
            <p:spPr>
              <a:xfrm>
                <a:off x="4314240" y="1353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153;p33"/>
              <p:cNvSpPr/>
              <p:nvPr/>
            </p:nvSpPr>
            <p:spPr>
              <a:xfrm>
                <a:off x="4314240" y="14234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154;p33"/>
              <p:cNvSpPr/>
              <p:nvPr/>
            </p:nvSpPr>
            <p:spPr>
              <a:xfrm>
                <a:off x="4314240" y="1282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82" name="Google Shape;1155;p33"/>
            <p:cNvCxnSpPr/>
            <p:nvPr/>
          </p:nvCxnSpPr>
          <p:spPr>
            <a:xfrm>
              <a:off x="555840" y="4165560"/>
              <a:ext cx="4032720" cy="360"/>
            </a:xfrm>
            <a:prstGeom prst="straightConnector1">
              <a:avLst/>
            </a:prstGeom>
            <a:ln w="9525">
              <a:solidFill>
                <a:srgbClr val="FFFEF4"/>
              </a:solidFill>
              <a:round/>
            </a:ln>
          </p:spPr>
        </p:cxnSp>
        <p:grpSp>
          <p:nvGrpSpPr>
            <p:cNvPr id="883" name="Google Shape;1156;p33"/>
            <p:cNvGrpSpPr/>
            <p:nvPr/>
          </p:nvGrpSpPr>
          <p:grpSpPr>
            <a:xfrm>
              <a:off x="713160" y="1943280"/>
              <a:ext cx="1549800" cy="2638800"/>
              <a:chOff x="713160" y="1943280"/>
              <a:chExt cx="1549800" cy="2638800"/>
            </a:xfrm>
          </p:grpSpPr>
          <p:sp>
            <p:nvSpPr>
              <p:cNvPr id="884" name="Google Shape;1157;p33"/>
              <p:cNvSpPr/>
              <p:nvPr/>
            </p:nvSpPr>
            <p:spPr>
              <a:xfrm>
                <a:off x="2097720" y="2051280"/>
                <a:ext cx="138960" cy="209520"/>
              </a:xfrm>
              <a:custGeom>
                <a:avLst/>
                <a:gdLst>
                  <a:gd name="textAreaLeft" fmla="*/ 0 w 138960"/>
                  <a:gd name="textAreaRight" fmla="*/ 139320 w 138960"/>
                  <a:gd name="textAreaTop" fmla="*/ 0 h 209520"/>
                  <a:gd name="textAreaBottom" fmla="*/ 209880 h 209520"/>
                </a:gdLst>
                <a:ahLst/>
                <a:cxnLst/>
                <a:rect l="textAreaLeft" t="textAreaTop" r="textAreaRight" b="textAreaBottom"/>
                <a:pathLst>
                  <a:path w="126" h="190">
                    <a:moveTo>
                      <a:pt x="14" y="190"/>
                    </a:moveTo>
                    <a:lnTo>
                      <a:pt x="0" y="181"/>
                    </a:lnTo>
                    <a:lnTo>
                      <a:pt x="112" y="0"/>
                    </a:lnTo>
                    <a:lnTo>
                      <a:pt x="126" y="12"/>
                    </a:lnTo>
                    <a:lnTo>
                      <a:pt x="14" y="19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5" name="Google Shape;1158;p33"/>
              <p:cNvSpPr/>
              <p:nvPr/>
            </p:nvSpPr>
            <p:spPr>
              <a:xfrm>
                <a:off x="2207880" y="2051280"/>
                <a:ext cx="28440" cy="30600"/>
              </a:xfrm>
              <a:custGeom>
                <a:avLst/>
                <a:gdLst>
                  <a:gd name="textAreaLeft" fmla="*/ 0 w 28440"/>
                  <a:gd name="textAreaRight" fmla="*/ 28800 w 28440"/>
                  <a:gd name="textAreaTop" fmla="*/ 0 h 30600"/>
                  <a:gd name="textAreaBottom" fmla="*/ 30960 h 30600"/>
                </a:gdLst>
                <a:ahLst/>
                <a:cxnLst/>
                <a:rect l="textAreaLeft" t="textAreaTop" r="textAreaRight" b="textAreaBottom"/>
                <a:pathLst>
                  <a:path w="26" h="28">
                    <a:moveTo>
                      <a:pt x="17" y="28"/>
                    </a:moveTo>
                    <a:lnTo>
                      <a:pt x="0" y="19"/>
                    </a:lnTo>
                    <a:lnTo>
                      <a:pt x="12" y="0"/>
                    </a:lnTo>
                    <a:lnTo>
                      <a:pt x="26" y="12"/>
                    </a:lnTo>
                    <a:lnTo>
                      <a:pt x="17" y="28"/>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5480" bIns="15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159;p33"/>
              <p:cNvSpPr/>
              <p:nvPr/>
            </p:nvSpPr>
            <p:spPr>
              <a:xfrm>
                <a:off x="2221200" y="2011680"/>
                <a:ext cx="41760" cy="52560"/>
              </a:xfrm>
              <a:custGeom>
                <a:avLst/>
                <a:gdLst>
                  <a:gd name="textAreaLeft" fmla="*/ 0 w 41760"/>
                  <a:gd name="textAreaRight" fmla="*/ 42120 w 41760"/>
                  <a:gd name="textAreaTop" fmla="*/ 0 h 52560"/>
                  <a:gd name="textAreaBottom" fmla="*/ 52920 h 52560"/>
                </a:gdLst>
                <a:ahLst/>
                <a:cxnLst/>
                <a:rect l="textAreaLeft" t="textAreaTop" r="textAreaRight" b="textAreaBottom"/>
                <a:pathLst>
                  <a:path w="16" h="20">
                    <a:moveTo>
                      <a:pt x="14" y="12"/>
                    </a:moveTo>
                    <a:cubicBezTo>
                      <a:pt x="16" y="7"/>
                      <a:pt x="14" y="0"/>
                      <a:pt x="14" y="0"/>
                    </a:cubicBezTo>
                    <a:cubicBezTo>
                      <a:pt x="14" y="0"/>
                      <a:pt x="7" y="2"/>
                      <a:pt x="4" y="6"/>
                    </a:cubicBezTo>
                    <a:cubicBezTo>
                      <a:pt x="0" y="10"/>
                      <a:pt x="0" y="15"/>
                      <a:pt x="0" y="15"/>
                    </a:cubicBezTo>
                    <a:cubicBezTo>
                      <a:pt x="3" y="17"/>
                      <a:pt x="3" y="17"/>
                      <a:pt x="3" y="17"/>
                    </a:cubicBezTo>
                    <a:cubicBezTo>
                      <a:pt x="6" y="20"/>
                      <a:pt x="6" y="20"/>
                      <a:pt x="6" y="20"/>
                    </a:cubicBezTo>
                    <a:cubicBezTo>
                      <a:pt x="6" y="20"/>
                      <a:pt x="11" y="17"/>
                      <a:pt x="14" y="12"/>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160;p33"/>
              <p:cNvSpPr/>
              <p:nvPr/>
            </p:nvSpPr>
            <p:spPr>
              <a:xfrm>
                <a:off x="1337400" y="3745080"/>
                <a:ext cx="400680" cy="837000"/>
              </a:xfrm>
              <a:custGeom>
                <a:avLst/>
                <a:gdLst>
                  <a:gd name="textAreaLeft" fmla="*/ 0 w 400680"/>
                  <a:gd name="textAreaRight" fmla="*/ 401040 w 400680"/>
                  <a:gd name="textAreaTop" fmla="*/ 0 h 837000"/>
                  <a:gd name="textAreaBottom" fmla="*/ 837360 h 837000"/>
                </a:gdLst>
                <a:ahLst/>
                <a:cxnLst/>
                <a:rect l="textAreaLeft" t="textAreaTop" r="textAreaRight" b="textAreaBottom"/>
                <a:pathLst>
                  <a:path w="153" h="319">
                    <a:moveTo>
                      <a:pt x="62" y="0"/>
                    </a:moveTo>
                    <a:cubicBezTo>
                      <a:pt x="98" y="257"/>
                      <a:pt x="98" y="257"/>
                      <a:pt x="98" y="257"/>
                    </a:cubicBezTo>
                    <a:cubicBezTo>
                      <a:pt x="98" y="257"/>
                      <a:pt x="120" y="294"/>
                      <a:pt x="153" y="316"/>
                    </a:cubicBezTo>
                    <a:cubicBezTo>
                      <a:pt x="153" y="316"/>
                      <a:pt x="116" y="319"/>
                      <a:pt x="97" y="310"/>
                    </a:cubicBezTo>
                    <a:cubicBezTo>
                      <a:pt x="78" y="301"/>
                      <a:pt x="70" y="284"/>
                      <a:pt x="70" y="284"/>
                    </a:cubicBezTo>
                    <a:cubicBezTo>
                      <a:pt x="70" y="317"/>
                      <a:pt x="70" y="317"/>
                      <a:pt x="70" y="317"/>
                    </a:cubicBezTo>
                    <a:cubicBezTo>
                      <a:pt x="62" y="317"/>
                      <a:pt x="62" y="317"/>
                      <a:pt x="62" y="317"/>
                    </a:cubicBezTo>
                    <a:cubicBezTo>
                      <a:pt x="62" y="317"/>
                      <a:pt x="52" y="281"/>
                      <a:pt x="64" y="258"/>
                    </a:cubicBezTo>
                    <a:cubicBezTo>
                      <a:pt x="77" y="235"/>
                      <a:pt x="51" y="187"/>
                      <a:pt x="35" y="148"/>
                    </a:cubicBezTo>
                    <a:cubicBezTo>
                      <a:pt x="0" y="65"/>
                      <a:pt x="21" y="0"/>
                      <a:pt x="21" y="0"/>
                    </a:cubicBezTo>
                    <a:lnTo>
                      <a:pt x="62"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161;p33"/>
              <p:cNvSpPr/>
              <p:nvPr/>
            </p:nvSpPr>
            <p:spPr>
              <a:xfrm>
                <a:off x="713160" y="3745080"/>
                <a:ext cx="324360" cy="837000"/>
              </a:xfrm>
              <a:custGeom>
                <a:avLst/>
                <a:gdLst>
                  <a:gd name="textAreaLeft" fmla="*/ 0 w 324360"/>
                  <a:gd name="textAreaRight" fmla="*/ 324720 w 324360"/>
                  <a:gd name="textAreaTop" fmla="*/ 0 h 837000"/>
                  <a:gd name="textAreaBottom" fmla="*/ 837360 h 837000"/>
                </a:gdLst>
                <a:ahLst/>
                <a:cxnLst/>
                <a:rect l="textAreaLeft" t="textAreaTop" r="textAreaRight" b="textAreaBottom"/>
                <a:pathLst>
                  <a:path w="124" h="319">
                    <a:moveTo>
                      <a:pt x="124" y="0"/>
                    </a:moveTo>
                    <a:cubicBezTo>
                      <a:pt x="46" y="257"/>
                      <a:pt x="46" y="257"/>
                      <a:pt x="46" y="257"/>
                    </a:cubicBezTo>
                    <a:cubicBezTo>
                      <a:pt x="46" y="257"/>
                      <a:pt x="68" y="294"/>
                      <a:pt x="101" y="316"/>
                    </a:cubicBezTo>
                    <a:cubicBezTo>
                      <a:pt x="101" y="316"/>
                      <a:pt x="64" y="319"/>
                      <a:pt x="45" y="310"/>
                    </a:cubicBezTo>
                    <a:cubicBezTo>
                      <a:pt x="26" y="301"/>
                      <a:pt x="18" y="284"/>
                      <a:pt x="18" y="284"/>
                    </a:cubicBezTo>
                    <a:cubicBezTo>
                      <a:pt x="18" y="317"/>
                      <a:pt x="18" y="317"/>
                      <a:pt x="18" y="317"/>
                    </a:cubicBezTo>
                    <a:cubicBezTo>
                      <a:pt x="10" y="317"/>
                      <a:pt x="10" y="317"/>
                      <a:pt x="10" y="317"/>
                    </a:cubicBezTo>
                    <a:cubicBezTo>
                      <a:pt x="10" y="317"/>
                      <a:pt x="0" y="281"/>
                      <a:pt x="12" y="258"/>
                    </a:cubicBezTo>
                    <a:cubicBezTo>
                      <a:pt x="25" y="235"/>
                      <a:pt x="26" y="212"/>
                      <a:pt x="30" y="151"/>
                    </a:cubicBezTo>
                    <a:cubicBezTo>
                      <a:pt x="37" y="48"/>
                      <a:pt x="84" y="0"/>
                      <a:pt x="84" y="0"/>
                    </a:cubicBezTo>
                    <a:lnTo>
                      <a:pt x="124"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162;p33"/>
              <p:cNvSpPr/>
              <p:nvPr/>
            </p:nvSpPr>
            <p:spPr>
              <a:xfrm>
                <a:off x="1476720" y="4433400"/>
                <a:ext cx="261360" cy="148680"/>
              </a:xfrm>
              <a:custGeom>
                <a:avLst/>
                <a:gdLst>
                  <a:gd name="textAreaLeft" fmla="*/ 0 w 261360"/>
                  <a:gd name="textAreaRight" fmla="*/ 261720 w 261360"/>
                  <a:gd name="textAreaTop" fmla="*/ 0 h 148680"/>
                  <a:gd name="textAreaBottom" fmla="*/ 149040 h 148680"/>
                </a:gdLst>
                <a:ahLst/>
                <a:cxnLst/>
                <a:rect l="textAreaLeft" t="textAreaTop" r="textAreaRight" b="textAreaBottom"/>
                <a:pathLst>
                  <a:path w="100" h="57">
                    <a:moveTo>
                      <a:pt x="17" y="55"/>
                    </a:moveTo>
                    <a:cubicBezTo>
                      <a:pt x="17" y="22"/>
                      <a:pt x="17" y="22"/>
                      <a:pt x="17" y="22"/>
                    </a:cubicBezTo>
                    <a:cubicBezTo>
                      <a:pt x="17" y="22"/>
                      <a:pt x="25" y="39"/>
                      <a:pt x="44" y="48"/>
                    </a:cubicBezTo>
                    <a:cubicBezTo>
                      <a:pt x="63" y="57"/>
                      <a:pt x="100" y="54"/>
                      <a:pt x="100" y="54"/>
                    </a:cubicBezTo>
                    <a:cubicBezTo>
                      <a:pt x="81" y="41"/>
                      <a:pt x="65" y="23"/>
                      <a:pt x="56" y="10"/>
                    </a:cubicBezTo>
                    <a:cubicBezTo>
                      <a:pt x="36" y="22"/>
                      <a:pt x="36" y="22"/>
                      <a:pt x="36" y="22"/>
                    </a:cubicBezTo>
                    <a:cubicBezTo>
                      <a:pt x="9" y="0"/>
                      <a:pt x="9" y="0"/>
                      <a:pt x="9" y="0"/>
                    </a:cubicBezTo>
                    <a:cubicBezTo>
                      <a:pt x="0" y="23"/>
                      <a:pt x="9" y="55"/>
                      <a:pt x="9" y="55"/>
                    </a:cubicBezTo>
                    <a:lnTo>
                      <a:pt x="17" y="5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163;p33"/>
              <p:cNvSpPr/>
              <p:nvPr/>
            </p:nvSpPr>
            <p:spPr>
              <a:xfrm>
                <a:off x="716400" y="4433400"/>
                <a:ext cx="261360" cy="148680"/>
              </a:xfrm>
              <a:custGeom>
                <a:avLst/>
                <a:gdLst>
                  <a:gd name="textAreaLeft" fmla="*/ 0 w 261360"/>
                  <a:gd name="textAreaRight" fmla="*/ 261720 w 261360"/>
                  <a:gd name="textAreaTop" fmla="*/ 0 h 148680"/>
                  <a:gd name="textAreaBottom" fmla="*/ 149040 h 148680"/>
                </a:gdLst>
                <a:ahLst/>
                <a:cxnLst/>
                <a:rect l="textAreaLeft" t="textAreaTop" r="textAreaRight" b="textAreaBottom"/>
                <a:pathLst>
                  <a:path w="100" h="57">
                    <a:moveTo>
                      <a:pt x="17" y="55"/>
                    </a:moveTo>
                    <a:cubicBezTo>
                      <a:pt x="17" y="22"/>
                      <a:pt x="17" y="22"/>
                      <a:pt x="17" y="22"/>
                    </a:cubicBezTo>
                    <a:cubicBezTo>
                      <a:pt x="17" y="22"/>
                      <a:pt x="25" y="39"/>
                      <a:pt x="44" y="48"/>
                    </a:cubicBezTo>
                    <a:cubicBezTo>
                      <a:pt x="63" y="57"/>
                      <a:pt x="100" y="54"/>
                      <a:pt x="100" y="54"/>
                    </a:cubicBezTo>
                    <a:cubicBezTo>
                      <a:pt x="81" y="41"/>
                      <a:pt x="66" y="23"/>
                      <a:pt x="56" y="10"/>
                    </a:cubicBezTo>
                    <a:cubicBezTo>
                      <a:pt x="36" y="22"/>
                      <a:pt x="36" y="22"/>
                      <a:pt x="36" y="22"/>
                    </a:cubicBezTo>
                    <a:cubicBezTo>
                      <a:pt x="9" y="0"/>
                      <a:pt x="9" y="0"/>
                      <a:pt x="9" y="0"/>
                    </a:cubicBezTo>
                    <a:cubicBezTo>
                      <a:pt x="0" y="23"/>
                      <a:pt x="9" y="55"/>
                      <a:pt x="9" y="55"/>
                    </a:cubicBezTo>
                    <a:lnTo>
                      <a:pt x="17" y="5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164;p33"/>
              <p:cNvSpPr/>
              <p:nvPr/>
            </p:nvSpPr>
            <p:spPr>
              <a:xfrm>
                <a:off x="879120" y="2862360"/>
                <a:ext cx="662400" cy="918720"/>
              </a:xfrm>
              <a:custGeom>
                <a:avLst/>
                <a:gdLst>
                  <a:gd name="textAreaLeft" fmla="*/ 0 w 662400"/>
                  <a:gd name="textAreaRight" fmla="*/ 662760 w 662400"/>
                  <a:gd name="textAreaTop" fmla="*/ 0 h 918720"/>
                  <a:gd name="textAreaBottom" fmla="*/ 919080 h 918720"/>
                </a:gdLst>
                <a:ahLst/>
                <a:cxnLst/>
                <a:rect l="textAreaLeft" t="textAreaTop" r="textAreaRight" b="textAreaBottom"/>
                <a:pathLst>
                  <a:path w="253" h="350">
                    <a:moveTo>
                      <a:pt x="186" y="0"/>
                    </a:moveTo>
                    <a:cubicBezTo>
                      <a:pt x="186" y="0"/>
                      <a:pt x="226" y="211"/>
                      <a:pt x="253" y="350"/>
                    </a:cubicBezTo>
                    <a:cubicBezTo>
                      <a:pt x="0" y="350"/>
                      <a:pt x="0" y="350"/>
                      <a:pt x="0" y="350"/>
                    </a:cubicBezTo>
                    <a:cubicBezTo>
                      <a:pt x="0" y="350"/>
                      <a:pt x="36" y="263"/>
                      <a:pt x="36" y="204"/>
                    </a:cubicBezTo>
                    <a:cubicBezTo>
                      <a:pt x="36" y="145"/>
                      <a:pt x="31" y="62"/>
                      <a:pt x="73" y="15"/>
                    </a:cubicBezTo>
                    <a:cubicBezTo>
                      <a:pt x="73" y="0"/>
                      <a:pt x="73" y="0"/>
                      <a:pt x="73" y="0"/>
                    </a:cubicBezTo>
                    <a:lnTo>
                      <a:pt x="186"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2" name="Google Shape;1165;p33"/>
              <p:cNvSpPr/>
              <p:nvPr/>
            </p:nvSpPr>
            <p:spPr>
              <a:xfrm>
                <a:off x="1248120" y="2114280"/>
                <a:ext cx="967320" cy="393120"/>
              </a:xfrm>
              <a:custGeom>
                <a:avLst/>
                <a:gdLst>
                  <a:gd name="textAreaLeft" fmla="*/ 0 w 967320"/>
                  <a:gd name="textAreaRight" fmla="*/ 967680 w 967320"/>
                  <a:gd name="textAreaTop" fmla="*/ 0 h 393120"/>
                  <a:gd name="textAreaBottom" fmla="*/ 393480 h 393120"/>
                </a:gdLst>
                <a:ahLst/>
                <a:cxnLst/>
                <a:rect l="textAreaLeft" t="textAreaTop" r="textAreaRight" b="textAreaBottom"/>
                <a:pathLst>
                  <a:path w="369" h="150">
                    <a:moveTo>
                      <a:pt x="28" y="100"/>
                    </a:moveTo>
                    <a:cubicBezTo>
                      <a:pt x="158" y="100"/>
                      <a:pt x="158" y="100"/>
                      <a:pt x="158" y="100"/>
                    </a:cubicBezTo>
                    <a:cubicBezTo>
                      <a:pt x="298" y="38"/>
                      <a:pt x="298" y="38"/>
                      <a:pt x="298" y="38"/>
                    </a:cubicBezTo>
                    <a:cubicBezTo>
                      <a:pt x="298" y="38"/>
                      <a:pt x="313" y="16"/>
                      <a:pt x="337" y="5"/>
                    </a:cubicBezTo>
                    <a:cubicBezTo>
                      <a:pt x="346" y="1"/>
                      <a:pt x="363" y="0"/>
                      <a:pt x="365" y="1"/>
                    </a:cubicBezTo>
                    <a:cubicBezTo>
                      <a:pt x="367" y="3"/>
                      <a:pt x="349" y="6"/>
                      <a:pt x="341" y="12"/>
                    </a:cubicBezTo>
                    <a:cubicBezTo>
                      <a:pt x="341" y="12"/>
                      <a:pt x="365" y="8"/>
                      <a:pt x="367" y="12"/>
                    </a:cubicBezTo>
                    <a:cubicBezTo>
                      <a:pt x="369" y="15"/>
                      <a:pt x="355" y="16"/>
                      <a:pt x="349" y="19"/>
                    </a:cubicBezTo>
                    <a:cubicBezTo>
                      <a:pt x="349" y="19"/>
                      <a:pt x="357" y="21"/>
                      <a:pt x="355" y="26"/>
                    </a:cubicBezTo>
                    <a:cubicBezTo>
                      <a:pt x="354" y="30"/>
                      <a:pt x="349" y="30"/>
                      <a:pt x="349" y="34"/>
                    </a:cubicBezTo>
                    <a:cubicBezTo>
                      <a:pt x="348" y="38"/>
                      <a:pt x="349" y="42"/>
                      <a:pt x="344" y="46"/>
                    </a:cubicBezTo>
                    <a:cubicBezTo>
                      <a:pt x="340" y="50"/>
                      <a:pt x="324" y="54"/>
                      <a:pt x="310" y="54"/>
                    </a:cubicBezTo>
                    <a:cubicBezTo>
                      <a:pt x="310" y="54"/>
                      <a:pt x="201" y="150"/>
                      <a:pt x="145" y="150"/>
                    </a:cubicBezTo>
                    <a:cubicBezTo>
                      <a:pt x="99" y="150"/>
                      <a:pt x="30" y="150"/>
                      <a:pt x="30" y="150"/>
                    </a:cubicBezTo>
                    <a:cubicBezTo>
                      <a:pt x="30" y="150"/>
                      <a:pt x="0" y="126"/>
                      <a:pt x="28" y="100"/>
                    </a:cubicBez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3" name="Google Shape;1166;p33"/>
              <p:cNvSpPr/>
              <p:nvPr/>
            </p:nvSpPr>
            <p:spPr>
              <a:xfrm>
                <a:off x="718920" y="3426840"/>
                <a:ext cx="274680" cy="340920"/>
              </a:xfrm>
              <a:custGeom>
                <a:avLst/>
                <a:gdLst>
                  <a:gd name="textAreaLeft" fmla="*/ 0 w 274680"/>
                  <a:gd name="textAreaRight" fmla="*/ 275040 w 274680"/>
                  <a:gd name="textAreaTop" fmla="*/ 0 h 340920"/>
                  <a:gd name="textAreaBottom" fmla="*/ 341280 h 340920"/>
                </a:gdLst>
                <a:ahLst/>
                <a:cxnLst/>
                <a:rect l="textAreaLeft" t="textAreaTop" r="textAreaRight" b="textAreaBottom"/>
                <a:pathLst>
                  <a:path w="249" h="309">
                    <a:moveTo>
                      <a:pt x="230" y="309"/>
                    </a:moveTo>
                    <a:lnTo>
                      <a:pt x="17" y="309"/>
                    </a:lnTo>
                    <a:lnTo>
                      <a:pt x="0" y="0"/>
                    </a:lnTo>
                    <a:lnTo>
                      <a:pt x="249" y="0"/>
                    </a:lnTo>
                    <a:lnTo>
                      <a:pt x="230" y="309"/>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4" name="Google Shape;1167;p33"/>
              <p:cNvSpPr/>
              <p:nvPr/>
            </p:nvSpPr>
            <p:spPr>
              <a:xfrm>
                <a:off x="724320" y="3291120"/>
                <a:ext cx="263520" cy="135360"/>
              </a:xfrm>
              <a:custGeom>
                <a:avLst/>
                <a:gdLst>
                  <a:gd name="textAreaLeft" fmla="*/ 0 w 263520"/>
                  <a:gd name="textAreaRight" fmla="*/ 263880 w 263520"/>
                  <a:gd name="textAreaTop" fmla="*/ 0 h 135360"/>
                  <a:gd name="textAreaBottom" fmla="*/ 135720 h 135360"/>
                </a:gdLst>
                <a:ahLst/>
                <a:cxnLst/>
                <a:rect l="textAreaLeft" t="textAreaTop" r="textAreaRight" b="textAreaBottom"/>
                <a:pathLst>
                  <a:path w="101" h="52">
                    <a:moveTo>
                      <a:pt x="101" y="52"/>
                    </a:moveTo>
                    <a:cubicBezTo>
                      <a:pt x="85" y="18"/>
                      <a:pt x="85" y="18"/>
                      <a:pt x="85" y="18"/>
                    </a:cubicBezTo>
                    <a:cubicBezTo>
                      <a:pt x="80" y="7"/>
                      <a:pt x="69" y="0"/>
                      <a:pt x="58" y="0"/>
                    </a:cubicBezTo>
                    <a:cubicBezTo>
                      <a:pt x="43" y="0"/>
                      <a:pt x="43" y="0"/>
                      <a:pt x="43" y="0"/>
                    </a:cubicBezTo>
                    <a:cubicBezTo>
                      <a:pt x="31" y="0"/>
                      <a:pt x="20" y="7"/>
                      <a:pt x="15" y="18"/>
                    </a:cubicBezTo>
                    <a:cubicBezTo>
                      <a:pt x="0" y="52"/>
                      <a:pt x="0" y="52"/>
                      <a:pt x="0" y="52"/>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168;p33"/>
              <p:cNvSpPr/>
              <p:nvPr/>
            </p:nvSpPr>
            <p:spPr>
              <a:xfrm>
                <a:off x="718920" y="3409200"/>
                <a:ext cx="274680" cy="3636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12960" bIns="129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169;p33"/>
              <p:cNvSpPr/>
              <p:nvPr/>
            </p:nvSpPr>
            <p:spPr>
              <a:xfrm>
                <a:off x="787320" y="3443400"/>
                <a:ext cx="150840" cy="206280"/>
              </a:xfrm>
              <a:custGeom>
                <a:avLst/>
                <a:gdLst>
                  <a:gd name="textAreaLeft" fmla="*/ 0 w 150840"/>
                  <a:gd name="textAreaRight" fmla="*/ 151200 w 150840"/>
                  <a:gd name="textAreaTop" fmla="*/ 0 h 206280"/>
                  <a:gd name="textAreaBottom" fmla="*/ 206640 h 206280"/>
                </a:gdLst>
                <a:ahLst/>
                <a:cxnLst/>
                <a:rect l="textAreaLeft" t="textAreaTop" r="textAreaRight" b="textAreaBottom"/>
                <a:pathLst>
                  <a:path w="58" h="79">
                    <a:moveTo>
                      <a:pt x="26" y="1"/>
                    </a:moveTo>
                    <a:cubicBezTo>
                      <a:pt x="17" y="1"/>
                      <a:pt x="9" y="1"/>
                      <a:pt x="2" y="0"/>
                    </a:cubicBezTo>
                    <a:cubicBezTo>
                      <a:pt x="1" y="5"/>
                      <a:pt x="0" y="12"/>
                      <a:pt x="3" y="18"/>
                    </a:cubicBezTo>
                    <a:cubicBezTo>
                      <a:pt x="7" y="26"/>
                      <a:pt x="16" y="25"/>
                      <a:pt x="18" y="39"/>
                    </a:cubicBezTo>
                    <a:cubicBezTo>
                      <a:pt x="20" y="45"/>
                      <a:pt x="25" y="52"/>
                      <a:pt x="33" y="54"/>
                    </a:cubicBezTo>
                    <a:cubicBezTo>
                      <a:pt x="42" y="56"/>
                      <a:pt x="38" y="79"/>
                      <a:pt x="47" y="79"/>
                    </a:cubicBezTo>
                    <a:cubicBezTo>
                      <a:pt x="56" y="79"/>
                      <a:pt x="58" y="22"/>
                      <a:pt x="58" y="0"/>
                    </a:cubicBezTo>
                    <a:cubicBezTo>
                      <a:pt x="49" y="1"/>
                      <a:pt x="38" y="1"/>
                      <a:pt x="26"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7" name="Google Shape;1170;p33"/>
              <p:cNvSpPr/>
              <p:nvPr/>
            </p:nvSpPr>
            <p:spPr>
              <a:xfrm>
                <a:off x="983880" y="2377440"/>
                <a:ext cx="426240" cy="524520"/>
              </a:xfrm>
              <a:custGeom>
                <a:avLst/>
                <a:gdLst>
                  <a:gd name="textAreaLeft" fmla="*/ 0 w 426240"/>
                  <a:gd name="textAreaRight" fmla="*/ 426600 w 426240"/>
                  <a:gd name="textAreaTop" fmla="*/ 0 h 524520"/>
                  <a:gd name="textAreaBottom" fmla="*/ 524880 h 524520"/>
                </a:gdLst>
                <a:ahLst/>
                <a:cxnLst/>
                <a:rect l="textAreaLeft" t="textAreaTop" r="textAreaRight" b="textAreaBottom"/>
                <a:pathLst>
                  <a:path w="163" h="200">
                    <a:moveTo>
                      <a:pt x="11" y="0"/>
                    </a:moveTo>
                    <a:cubicBezTo>
                      <a:pt x="129" y="0"/>
                      <a:pt x="129" y="0"/>
                      <a:pt x="129" y="0"/>
                    </a:cubicBezTo>
                    <a:cubicBezTo>
                      <a:pt x="129" y="0"/>
                      <a:pt x="132" y="29"/>
                      <a:pt x="145" y="50"/>
                    </a:cubicBezTo>
                    <a:cubicBezTo>
                      <a:pt x="157" y="71"/>
                      <a:pt x="159" y="89"/>
                      <a:pt x="155" y="112"/>
                    </a:cubicBezTo>
                    <a:cubicBezTo>
                      <a:pt x="151" y="135"/>
                      <a:pt x="147" y="161"/>
                      <a:pt x="154" y="174"/>
                    </a:cubicBezTo>
                    <a:cubicBezTo>
                      <a:pt x="161" y="186"/>
                      <a:pt x="163" y="200"/>
                      <a:pt x="142" y="200"/>
                    </a:cubicBezTo>
                    <a:cubicBezTo>
                      <a:pt x="121" y="200"/>
                      <a:pt x="60" y="200"/>
                      <a:pt x="39" y="200"/>
                    </a:cubicBezTo>
                    <a:cubicBezTo>
                      <a:pt x="19" y="200"/>
                      <a:pt x="28" y="185"/>
                      <a:pt x="33" y="167"/>
                    </a:cubicBezTo>
                    <a:cubicBezTo>
                      <a:pt x="43" y="124"/>
                      <a:pt x="9" y="97"/>
                      <a:pt x="4" y="54"/>
                    </a:cubicBezTo>
                    <a:cubicBezTo>
                      <a:pt x="0" y="11"/>
                      <a:pt x="11" y="0"/>
                      <a:pt x="1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8" name="Google Shape;1171;p33"/>
              <p:cNvSpPr/>
              <p:nvPr/>
            </p:nvSpPr>
            <p:spPr>
              <a:xfrm>
                <a:off x="1028160" y="2629080"/>
                <a:ext cx="366480" cy="20520"/>
              </a:xfrm>
              <a:custGeom>
                <a:avLst/>
                <a:gdLst>
                  <a:gd name="textAreaLeft" fmla="*/ 0 w 366480"/>
                  <a:gd name="textAreaRight" fmla="*/ 366840 w 366480"/>
                  <a:gd name="textAreaTop" fmla="*/ 0 h 20520"/>
                  <a:gd name="textAreaBottom" fmla="*/ 20880 h 20520"/>
                </a:gdLst>
                <a:ahLst/>
                <a:cxnLst/>
                <a:rect l="textAreaLeft" t="textAreaTop" r="textAreaRight" b="textAreaBottom"/>
                <a:pathLst>
                  <a:path w="140" h="8">
                    <a:moveTo>
                      <a:pt x="0" y="0"/>
                    </a:moveTo>
                    <a:cubicBezTo>
                      <a:pt x="2" y="3"/>
                      <a:pt x="3" y="5"/>
                      <a:pt x="4" y="8"/>
                    </a:cubicBezTo>
                    <a:cubicBezTo>
                      <a:pt x="140" y="8"/>
                      <a:pt x="140" y="8"/>
                      <a:pt x="140" y="8"/>
                    </a:cubicBezTo>
                    <a:cubicBezTo>
                      <a:pt x="140" y="5"/>
                      <a:pt x="140" y="3"/>
                      <a:pt x="140"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9" name="Google Shape;1172;p33"/>
              <p:cNvSpPr/>
              <p:nvPr/>
            </p:nvSpPr>
            <p:spPr>
              <a:xfrm>
                <a:off x="1064520" y="2713320"/>
                <a:ext cx="320040" cy="20520"/>
              </a:xfrm>
              <a:custGeom>
                <a:avLst/>
                <a:gdLst>
                  <a:gd name="textAreaLeft" fmla="*/ 0 w 320040"/>
                  <a:gd name="textAreaRight" fmla="*/ 320400 w 320040"/>
                  <a:gd name="textAreaTop" fmla="*/ 0 h 20520"/>
                  <a:gd name="textAreaBottom" fmla="*/ 20880 h 20520"/>
                </a:gdLst>
                <a:ahLst/>
                <a:cxnLst/>
                <a:rect l="textAreaLeft" t="textAreaTop" r="textAreaRight" b="textAreaBottom"/>
                <a:pathLst>
                  <a:path w="122" h="8">
                    <a:moveTo>
                      <a:pt x="0" y="0"/>
                    </a:moveTo>
                    <a:cubicBezTo>
                      <a:pt x="1" y="3"/>
                      <a:pt x="2" y="5"/>
                      <a:pt x="2" y="8"/>
                    </a:cubicBezTo>
                    <a:cubicBezTo>
                      <a:pt x="121" y="8"/>
                      <a:pt x="121" y="8"/>
                      <a:pt x="121" y="8"/>
                    </a:cubicBezTo>
                    <a:cubicBezTo>
                      <a:pt x="121" y="5"/>
                      <a:pt x="121" y="3"/>
                      <a:pt x="122"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173;p33"/>
              <p:cNvSpPr/>
              <p:nvPr/>
            </p:nvSpPr>
            <p:spPr>
              <a:xfrm>
                <a:off x="1069920" y="2797200"/>
                <a:ext cx="311040" cy="20520"/>
              </a:xfrm>
              <a:custGeom>
                <a:avLst/>
                <a:gdLst>
                  <a:gd name="textAreaLeft" fmla="*/ 0 w 311040"/>
                  <a:gd name="textAreaRight" fmla="*/ 311400 w 311040"/>
                  <a:gd name="textAreaTop" fmla="*/ 0 h 20520"/>
                  <a:gd name="textAreaBottom" fmla="*/ 20880 h 20520"/>
                </a:gdLst>
                <a:ahLst/>
                <a:cxnLst/>
                <a:rect l="textAreaLeft" t="textAreaTop" r="textAreaRight" b="textAreaBottom"/>
                <a:pathLst>
                  <a:path w="119" h="8">
                    <a:moveTo>
                      <a:pt x="119" y="8"/>
                    </a:moveTo>
                    <a:cubicBezTo>
                      <a:pt x="118" y="5"/>
                      <a:pt x="118" y="3"/>
                      <a:pt x="118" y="0"/>
                    </a:cubicBezTo>
                    <a:cubicBezTo>
                      <a:pt x="1" y="0"/>
                      <a:pt x="1" y="0"/>
                      <a:pt x="1" y="0"/>
                    </a:cubicBezTo>
                    <a:cubicBezTo>
                      <a:pt x="1" y="2"/>
                      <a:pt x="0" y="4"/>
                      <a:pt x="0" y="7"/>
                    </a:cubicBezTo>
                    <a:cubicBezTo>
                      <a:pt x="0" y="7"/>
                      <a:pt x="0" y="7"/>
                      <a:pt x="0" y="8"/>
                    </a:cubicBezTo>
                    <a:lnTo>
                      <a:pt x="119" y="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174;p33"/>
              <p:cNvSpPr/>
              <p:nvPr/>
            </p:nvSpPr>
            <p:spPr>
              <a:xfrm>
                <a:off x="991800" y="2461320"/>
                <a:ext cx="356400" cy="20520"/>
              </a:xfrm>
              <a:custGeom>
                <a:avLst/>
                <a:gdLst>
                  <a:gd name="textAreaLeft" fmla="*/ 0 w 356400"/>
                  <a:gd name="textAreaRight" fmla="*/ 356760 w 356400"/>
                  <a:gd name="textAreaTop" fmla="*/ 0 h 20520"/>
                  <a:gd name="textAreaBottom" fmla="*/ 20880 h 20520"/>
                </a:gdLst>
                <a:ahLst/>
                <a:cxnLst/>
                <a:rect l="textAreaLeft" t="textAreaTop" r="textAreaRight" b="textAreaBottom"/>
                <a:pathLst>
                  <a:path w="136" h="8">
                    <a:moveTo>
                      <a:pt x="0" y="0"/>
                    </a:moveTo>
                    <a:cubicBezTo>
                      <a:pt x="0" y="3"/>
                      <a:pt x="0" y="5"/>
                      <a:pt x="0" y="8"/>
                    </a:cubicBezTo>
                    <a:cubicBezTo>
                      <a:pt x="136" y="8"/>
                      <a:pt x="136" y="8"/>
                      <a:pt x="136" y="8"/>
                    </a:cubicBezTo>
                    <a:cubicBezTo>
                      <a:pt x="135" y="5"/>
                      <a:pt x="134" y="3"/>
                      <a:pt x="133"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175;p33"/>
              <p:cNvSpPr/>
              <p:nvPr/>
            </p:nvSpPr>
            <p:spPr>
              <a:xfrm>
                <a:off x="999360" y="2545200"/>
                <a:ext cx="387360" cy="20520"/>
              </a:xfrm>
              <a:custGeom>
                <a:avLst/>
                <a:gdLst>
                  <a:gd name="textAreaLeft" fmla="*/ 0 w 387360"/>
                  <a:gd name="textAreaRight" fmla="*/ 387720 w 387360"/>
                  <a:gd name="textAreaTop" fmla="*/ 0 h 20520"/>
                  <a:gd name="textAreaBottom" fmla="*/ 20880 h 20520"/>
                </a:gdLst>
                <a:ahLst/>
                <a:cxnLst/>
                <a:rect l="textAreaLeft" t="textAreaTop" r="textAreaRight" b="textAreaBottom"/>
                <a:pathLst>
                  <a:path w="148" h="8">
                    <a:moveTo>
                      <a:pt x="0" y="0"/>
                    </a:moveTo>
                    <a:cubicBezTo>
                      <a:pt x="0" y="3"/>
                      <a:pt x="1" y="5"/>
                      <a:pt x="2" y="8"/>
                    </a:cubicBezTo>
                    <a:cubicBezTo>
                      <a:pt x="148" y="8"/>
                      <a:pt x="148" y="8"/>
                      <a:pt x="148" y="8"/>
                    </a:cubicBezTo>
                    <a:cubicBezTo>
                      <a:pt x="148" y="5"/>
                      <a:pt x="147" y="3"/>
                      <a:pt x="146"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176;p33"/>
              <p:cNvSpPr/>
              <p:nvPr/>
            </p:nvSpPr>
            <p:spPr>
              <a:xfrm>
                <a:off x="776160" y="2476800"/>
                <a:ext cx="274680" cy="840600"/>
              </a:xfrm>
              <a:custGeom>
                <a:avLst/>
                <a:gdLst>
                  <a:gd name="textAreaLeft" fmla="*/ 0 w 274680"/>
                  <a:gd name="textAreaRight" fmla="*/ 275040 w 274680"/>
                  <a:gd name="textAreaTop" fmla="*/ 0 h 840600"/>
                  <a:gd name="textAreaBottom" fmla="*/ 840960 h 840600"/>
                </a:gdLst>
                <a:ahLst/>
                <a:cxnLst/>
                <a:rect l="textAreaLeft" t="textAreaTop" r="textAreaRight" b="textAreaBottom"/>
                <a:pathLst>
                  <a:path w="105" h="320">
                    <a:moveTo>
                      <a:pt x="105" y="38"/>
                    </a:moveTo>
                    <a:cubicBezTo>
                      <a:pt x="46" y="157"/>
                      <a:pt x="46" y="157"/>
                      <a:pt x="46" y="157"/>
                    </a:cubicBezTo>
                    <a:cubicBezTo>
                      <a:pt x="34" y="288"/>
                      <a:pt x="34" y="288"/>
                      <a:pt x="34" y="288"/>
                    </a:cubicBezTo>
                    <a:cubicBezTo>
                      <a:pt x="34" y="288"/>
                      <a:pt x="56" y="320"/>
                      <a:pt x="46" y="320"/>
                    </a:cubicBezTo>
                    <a:cubicBezTo>
                      <a:pt x="35" y="320"/>
                      <a:pt x="12" y="320"/>
                      <a:pt x="12" y="320"/>
                    </a:cubicBezTo>
                    <a:cubicBezTo>
                      <a:pt x="12" y="320"/>
                      <a:pt x="12" y="304"/>
                      <a:pt x="17" y="288"/>
                    </a:cubicBezTo>
                    <a:cubicBezTo>
                      <a:pt x="17" y="288"/>
                      <a:pt x="0" y="184"/>
                      <a:pt x="9" y="147"/>
                    </a:cubicBezTo>
                    <a:cubicBezTo>
                      <a:pt x="18" y="111"/>
                      <a:pt x="75" y="0"/>
                      <a:pt x="75" y="0"/>
                    </a:cubicBezTo>
                    <a:lnTo>
                      <a:pt x="105" y="38"/>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177;p33"/>
              <p:cNvSpPr/>
              <p:nvPr/>
            </p:nvSpPr>
            <p:spPr>
              <a:xfrm>
                <a:off x="1049040" y="1980720"/>
                <a:ext cx="290160" cy="396360"/>
              </a:xfrm>
              <a:custGeom>
                <a:avLst/>
                <a:gdLst>
                  <a:gd name="textAreaLeft" fmla="*/ 0 w 290160"/>
                  <a:gd name="textAreaRight" fmla="*/ 290520 w 290160"/>
                  <a:gd name="textAreaTop" fmla="*/ 0 h 396360"/>
                  <a:gd name="textAreaBottom" fmla="*/ 396720 h 396360"/>
                </a:gdLst>
                <a:ahLst/>
                <a:cxnLst/>
                <a:rect l="textAreaLeft" t="textAreaTop" r="textAreaRight" b="textAreaBottom"/>
                <a:pathLst>
                  <a:path w="111" h="151">
                    <a:moveTo>
                      <a:pt x="87" y="28"/>
                    </a:moveTo>
                    <a:cubicBezTo>
                      <a:pt x="90" y="33"/>
                      <a:pt x="95" y="43"/>
                      <a:pt x="97" y="50"/>
                    </a:cubicBezTo>
                    <a:cubicBezTo>
                      <a:pt x="98" y="58"/>
                      <a:pt x="111" y="66"/>
                      <a:pt x="111" y="66"/>
                    </a:cubicBezTo>
                    <a:cubicBezTo>
                      <a:pt x="102" y="71"/>
                      <a:pt x="102" y="71"/>
                      <a:pt x="102" y="71"/>
                    </a:cubicBezTo>
                    <a:cubicBezTo>
                      <a:pt x="102" y="71"/>
                      <a:pt x="103" y="99"/>
                      <a:pt x="96" y="105"/>
                    </a:cubicBezTo>
                    <a:cubicBezTo>
                      <a:pt x="89" y="111"/>
                      <a:pt x="80" y="106"/>
                      <a:pt x="76" y="116"/>
                    </a:cubicBezTo>
                    <a:cubicBezTo>
                      <a:pt x="73" y="125"/>
                      <a:pt x="76" y="151"/>
                      <a:pt x="76" y="151"/>
                    </a:cubicBezTo>
                    <a:cubicBezTo>
                      <a:pt x="36" y="151"/>
                      <a:pt x="36" y="151"/>
                      <a:pt x="36" y="151"/>
                    </a:cubicBezTo>
                    <a:cubicBezTo>
                      <a:pt x="31" y="107"/>
                      <a:pt x="31" y="107"/>
                      <a:pt x="31" y="107"/>
                    </a:cubicBezTo>
                    <a:cubicBezTo>
                      <a:pt x="31" y="107"/>
                      <a:pt x="0" y="81"/>
                      <a:pt x="10" y="44"/>
                    </a:cubicBezTo>
                    <a:cubicBezTo>
                      <a:pt x="19" y="7"/>
                      <a:pt x="66" y="0"/>
                      <a:pt x="87" y="28"/>
                    </a:cubicBez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5" name="Google Shape;1178;p33"/>
              <p:cNvSpPr/>
              <p:nvPr/>
            </p:nvSpPr>
            <p:spPr>
              <a:xfrm>
                <a:off x="883440" y="1943280"/>
                <a:ext cx="440640" cy="685800"/>
              </a:xfrm>
              <a:custGeom>
                <a:avLst/>
                <a:gdLst>
                  <a:gd name="textAreaLeft" fmla="*/ 0 w 440640"/>
                  <a:gd name="textAreaRight" fmla="*/ 441000 w 440640"/>
                  <a:gd name="textAreaTop" fmla="*/ 0 h 685800"/>
                  <a:gd name="textAreaBottom" fmla="*/ 686160 h 685800"/>
                </a:gdLst>
                <a:ahLst/>
                <a:cxnLst/>
                <a:rect l="textAreaLeft" t="textAreaTop" r="textAreaRight" b="textAreaBottom"/>
                <a:pathLst>
                  <a:path w="168" h="261">
                    <a:moveTo>
                      <a:pt x="159" y="62"/>
                    </a:moveTo>
                    <a:cubicBezTo>
                      <a:pt x="159" y="62"/>
                      <a:pt x="168" y="58"/>
                      <a:pt x="166" y="42"/>
                    </a:cubicBezTo>
                    <a:cubicBezTo>
                      <a:pt x="164" y="21"/>
                      <a:pt x="136" y="0"/>
                      <a:pt x="106" y="18"/>
                    </a:cubicBezTo>
                    <a:cubicBezTo>
                      <a:pt x="106" y="18"/>
                      <a:pt x="66" y="9"/>
                      <a:pt x="51" y="32"/>
                    </a:cubicBezTo>
                    <a:cubicBezTo>
                      <a:pt x="35" y="55"/>
                      <a:pt x="44" y="95"/>
                      <a:pt x="38" y="117"/>
                    </a:cubicBezTo>
                    <a:cubicBezTo>
                      <a:pt x="32" y="139"/>
                      <a:pt x="11" y="154"/>
                      <a:pt x="6" y="175"/>
                    </a:cubicBezTo>
                    <a:cubicBezTo>
                      <a:pt x="0" y="196"/>
                      <a:pt x="20" y="204"/>
                      <a:pt x="28" y="223"/>
                    </a:cubicBezTo>
                    <a:cubicBezTo>
                      <a:pt x="36" y="242"/>
                      <a:pt x="47" y="261"/>
                      <a:pt x="83" y="256"/>
                    </a:cubicBezTo>
                    <a:cubicBezTo>
                      <a:pt x="102" y="254"/>
                      <a:pt x="125" y="232"/>
                      <a:pt x="122" y="197"/>
                    </a:cubicBezTo>
                    <a:cubicBezTo>
                      <a:pt x="119" y="173"/>
                      <a:pt x="103" y="158"/>
                      <a:pt x="107" y="136"/>
                    </a:cubicBezTo>
                    <a:cubicBezTo>
                      <a:pt x="111" y="114"/>
                      <a:pt x="129" y="111"/>
                      <a:pt x="129" y="95"/>
                    </a:cubicBezTo>
                    <a:cubicBezTo>
                      <a:pt x="129" y="79"/>
                      <a:pt x="124" y="72"/>
                      <a:pt x="128" y="64"/>
                    </a:cubicBezTo>
                    <a:cubicBezTo>
                      <a:pt x="133" y="56"/>
                      <a:pt x="144" y="63"/>
                      <a:pt x="151" y="44"/>
                    </a:cubicBezTo>
                    <a:cubicBezTo>
                      <a:pt x="151" y="44"/>
                      <a:pt x="155" y="47"/>
                      <a:pt x="159" y="6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06" name="Google Shape;1179;p33"/>
            <p:cNvSpPr/>
            <p:nvPr/>
          </p:nvSpPr>
          <p:spPr>
            <a:xfrm>
              <a:off x="4056480" y="2647080"/>
              <a:ext cx="21600" cy="19080"/>
            </a:xfrm>
            <a:custGeom>
              <a:avLst/>
              <a:gdLst>
                <a:gd name="textAreaLeft" fmla="*/ 0 w 21600"/>
                <a:gd name="textAreaRight" fmla="*/ 21960 w 21600"/>
                <a:gd name="textAreaTop" fmla="*/ 0 h 19080"/>
                <a:gd name="textAreaBottom" fmla="*/ 19440 h 19080"/>
              </a:gdLst>
              <a:ahLst/>
              <a:cxnLst/>
              <a:rect l="textAreaLeft" t="textAreaTop" r="textAreaRight" b="textAreaBottom"/>
              <a:pathLst>
                <a:path w="9" h="8">
                  <a:moveTo>
                    <a:pt x="5" y="2"/>
                  </a:moveTo>
                  <a:cubicBezTo>
                    <a:pt x="5" y="5"/>
                    <a:pt x="5" y="5"/>
                    <a:pt x="5" y="5"/>
                  </a:cubicBezTo>
                  <a:cubicBezTo>
                    <a:pt x="2" y="5"/>
                    <a:pt x="2" y="5"/>
                    <a:pt x="2" y="5"/>
                  </a:cubicBezTo>
                  <a:cubicBezTo>
                    <a:pt x="1" y="5"/>
                    <a:pt x="0" y="5"/>
                    <a:pt x="0" y="6"/>
                  </a:cubicBezTo>
                  <a:cubicBezTo>
                    <a:pt x="0" y="8"/>
                    <a:pt x="1" y="8"/>
                    <a:pt x="2" y="8"/>
                  </a:cubicBezTo>
                  <a:cubicBezTo>
                    <a:pt x="7" y="8"/>
                    <a:pt x="7" y="8"/>
                    <a:pt x="7" y="8"/>
                  </a:cubicBezTo>
                  <a:cubicBezTo>
                    <a:pt x="7" y="8"/>
                    <a:pt x="8" y="8"/>
                    <a:pt x="8" y="8"/>
                  </a:cubicBezTo>
                  <a:cubicBezTo>
                    <a:pt x="8" y="7"/>
                    <a:pt x="9" y="7"/>
                    <a:pt x="9" y="6"/>
                  </a:cubicBezTo>
                  <a:cubicBezTo>
                    <a:pt x="9" y="2"/>
                    <a:pt x="9" y="2"/>
                    <a:pt x="9" y="2"/>
                  </a:cubicBezTo>
                  <a:cubicBezTo>
                    <a:pt x="9" y="1"/>
                    <a:pt x="8" y="0"/>
                    <a:pt x="7" y="0"/>
                  </a:cubicBezTo>
                  <a:cubicBezTo>
                    <a:pt x="6" y="0"/>
                    <a:pt x="5" y="1"/>
                    <a:pt x="5" y="2"/>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7" name="Google Shape;1180;p33"/>
            <p:cNvSpPr/>
            <p:nvPr/>
          </p:nvSpPr>
          <p:spPr>
            <a:xfrm>
              <a:off x="2954520" y="265860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12" y="0"/>
                  </a:moveTo>
                  <a:cubicBezTo>
                    <a:pt x="2" y="0"/>
                    <a:pt x="2" y="0"/>
                    <a:pt x="2" y="0"/>
                  </a:cubicBezTo>
                  <a:cubicBezTo>
                    <a:pt x="1" y="0"/>
                    <a:pt x="0" y="0"/>
                    <a:pt x="0" y="1"/>
                  </a:cubicBezTo>
                  <a:cubicBezTo>
                    <a:pt x="0" y="3"/>
                    <a:pt x="1" y="3"/>
                    <a:pt x="2" y="3"/>
                  </a:cubicBezTo>
                  <a:cubicBezTo>
                    <a:pt x="12" y="3"/>
                    <a:pt x="12" y="3"/>
                    <a:pt x="12" y="3"/>
                  </a:cubicBezTo>
                  <a:cubicBezTo>
                    <a:pt x="13" y="3"/>
                    <a:pt x="14" y="3"/>
                    <a:pt x="14" y="1"/>
                  </a:cubicBezTo>
                  <a:cubicBezTo>
                    <a:pt x="14" y="0"/>
                    <a:pt x="13" y="0"/>
                    <a:pt x="12" y="0"/>
                  </a:cubicBezTo>
                  <a:close/>
                  <a:moveTo>
                    <a:pt x="36" y="0"/>
                  </a:moveTo>
                  <a:cubicBezTo>
                    <a:pt x="26" y="0"/>
                    <a:pt x="26" y="0"/>
                    <a:pt x="26" y="0"/>
                  </a:cubicBezTo>
                  <a:cubicBezTo>
                    <a:pt x="25" y="0"/>
                    <a:pt x="24" y="0"/>
                    <a:pt x="24" y="1"/>
                  </a:cubicBezTo>
                  <a:cubicBezTo>
                    <a:pt x="24" y="3"/>
                    <a:pt x="25" y="3"/>
                    <a:pt x="26" y="3"/>
                  </a:cubicBezTo>
                  <a:cubicBezTo>
                    <a:pt x="36" y="3"/>
                    <a:pt x="36" y="3"/>
                    <a:pt x="36" y="3"/>
                  </a:cubicBezTo>
                  <a:cubicBezTo>
                    <a:pt x="37" y="3"/>
                    <a:pt x="38" y="3"/>
                    <a:pt x="38" y="1"/>
                  </a:cubicBezTo>
                  <a:cubicBezTo>
                    <a:pt x="38" y="0"/>
                    <a:pt x="37" y="0"/>
                    <a:pt x="36" y="0"/>
                  </a:cubicBezTo>
                  <a:close/>
                  <a:moveTo>
                    <a:pt x="60" y="0"/>
                  </a:moveTo>
                  <a:cubicBezTo>
                    <a:pt x="51" y="0"/>
                    <a:pt x="51" y="0"/>
                    <a:pt x="51" y="0"/>
                  </a:cubicBezTo>
                  <a:cubicBezTo>
                    <a:pt x="50" y="0"/>
                    <a:pt x="49" y="0"/>
                    <a:pt x="49" y="1"/>
                  </a:cubicBezTo>
                  <a:cubicBezTo>
                    <a:pt x="49" y="3"/>
                    <a:pt x="50" y="3"/>
                    <a:pt x="51" y="3"/>
                  </a:cubicBezTo>
                  <a:cubicBezTo>
                    <a:pt x="60" y="3"/>
                    <a:pt x="60" y="3"/>
                    <a:pt x="60" y="3"/>
                  </a:cubicBezTo>
                  <a:cubicBezTo>
                    <a:pt x="61" y="3"/>
                    <a:pt x="62" y="3"/>
                    <a:pt x="62" y="1"/>
                  </a:cubicBezTo>
                  <a:cubicBezTo>
                    <a:pt x="62" y="0"/>
                    <a:pt x="61" y="0"/>
                    <a:pt x="60" y="0"/>
                  </a:cubicBezTo>
                  <a:close/>
                  <a:moveTo>
                    <a:pt x="85" y="0"/>
                  </a:moveTo>
                  <a:cubicBezTo>
                    <a:pt x="75" y="0"/>
                    <a:pt x="75" y="0"/>
                    <a:pt x="75" y="0"/>
                  </a:cubicBezTo>
                  <a:cubicBezTo>
                    <a:pt x="74" y="0"/>
                    <a:pt x="73" y="0"/>
                    <a:pt x="73" y="1"/>
                  </a:cubicBezTo>
                  <a:cubicBezTo>
                    <a:pt x="73" y="3"/>
                    <a:pt x="74" y="3"/>
                    <a:pt x="75" y="3"/>
                  </a:cubicBezTo>
                  <a:cubicBezTo>
                    <a:pt x="85" y="3"/>
                    <a:pt x="85" y="3"/>
                    <a:pt x="85" y="3"/>
                  </a:cubicBezTo>
                  <a:cubicBezTo>
                    <a:pt x="86" y="3"/>
                    <a:pt x="87" y="3"/>
                    <a:pt x="87" y="1"/>
                  </a:cubicBezTo>
                  <a:cubicBezTo>
                    <a:pt x="87" y="0"/>
                    <a:pt x="86" y="0"/>
                    <a:pt x="85" y="0"/>
                  </a:cubicBezTo>
                  <a:close/>
                  <a:moveTo>
                    <a:pt x="109" y="0"/>
                  </a:moveTo>
                  <a:cubicBezTo>
                    <a:pt x="99" y="0"/>
                    <a:pt x="99" y="0"/>
                    <a:pt x="99" y="0"/>
                  </a:cubicBezTo>
                  <a:cubicBezTo>
                    <a:pt x="98" y="0"/>
                    <a:pt x="97" y="0"/>
                    <a:pt x="97" y="1"/>
                  </a:cubicBezTo>
                  <a:cubicBezTo>
                    <a:pt x="97" y="3"/>
                    <a:pt x="98" y="3"/>
                    <a:pt x="99" y="3"/>
                  </a:cubicBezTo>
                  <a:cubicBezTo>
                    <a:pt x="109" y="3"/>
                    <a:pt x="109" y="3"/>
                    <a:pt x="109" y="3"/>
                  </a:cubicBezTo>
                  <a:cubicBezTo>
                    <a:pt x="110" y="3"/>
                    <a:pt x="111" y="3"/>
                    <a:pt x="111" y="1"/>
                  </a:cubicBezTo>
                  <a:cubicBezTo>
                    <a:pt x="111" y="0"/>
                    <a:pt x="110" y="0"/>
                    <a:pt x="109" y="0"/>
                  </a:cubicBezTo>
                  <a:close/>
                  <a:moveTo>
                    <a:pt x="133" y="0"/>
                  </a:moveTo>
                  <a:cubicBezTo>
                    <a:pt x="124" y="0"/>
                    <a:pt x="124" y="0"/>
                    <a:pt x="124" y="0"/>
                  </a:cubicBezTo>
                  <a:cubicBezTo>
                    <a:pt x="123" y="0"/>
                    <a:pt x="122" y="0"/>
                    <a:pt x="122" y="1"/>
                  </a:cubicBezTo>
                  <a:cubicBezTo>
                    <a:pt x="122" y="3"/>
                    <a:pt x="123" y="3"/>
                    <a:pt x="124" y="3"/>
                  </a:cubicBezTo>
                  <a:cubicBezTo>
                    <a:pt x="133" y="3"/>
                    <a:pt x="133" y="3"/>
                    <a:pt x="133" y="3"/>
                  </a:cubicBezTo>
                  <a:cubicBezTo>
                    <a:pt x="134" y="3"/>
                    <a:pt x="135" y="3"/>
                    <a:pt x="135" y="1"/>
                  </a:cubicBezTo>
                  <a:cubicBezTo>
                    <a:pt x="135" y="0"/>
                    <a:pt x="134" y="0"/>
                    <a:pt x="133" y="0"/>
                  </a:cubicBezTo>
                  <a:close/>
                  <a:moveTo>
                    <a:pt x="158" y="0"/>
                  </a:moveTo>
                  <a:cubicBezTo>
                    <a:pt x="148" y="0"/>
                    <a:pt x="148" y="0"/>
                    <a:pt x="148" y="0"/>
                  </a:cubicBezTo>
                  <a:cubicBezTo>
                    <a:pt x="147" y="0"/>
                    <a:pt x="146" y="0"/>
                    <a:pt x="146" y="1"/>
                  </a:cubicBezTo>
                  <a:cubicBezTo>
                    <a:pt x="146" y="3"/>
                    <a:pt x="147" y="3"/>
                    <a:pt x="148" y="3"/>
                  </a:cubicBezTo>
                  <a:cubicBezTo>
                    <a:pt x="158" y="3"/>
                    <a:pt x="158" y="3"/>
                    <a:pt x="158" y="3"/>
                  </a:cubicBezTo>
                  <a:cubicBezTo>
                    <a:pt x="159" y="3"/>
                    <a:pt x="160" y="3"/>
                    <a:pt x="160" y="1"/>
                  </a:cubicBezTo>
                  <a:cubicBezTo>
                    <a:pt x="160" y="0"/>
                    <a:pt x="159" y="0"/>
                    <a:pt x="158" y="0"/>
                  </a:cubicBezTo>
                  <a:close/>
                  <a:moveTo>
                    <a:pt x="182" y="0"/>
                  </a:moveTo>
                  <a:cubicBezTo>
                    <a:pt x="172" y="0"/>
                    <a:pt x="172" y="0"/>
                    <a:pt x="172" y="0"/>
                  </a:cubicBezTo>
                  <a:cubicBezTo>
                    <a:pt x="171" y="0"/>
                    <a:pt x="170" y="0"/>
                    <a:pt x="170" y="1"/>
                  </a:cubicBezTo>
                  <a:cubicBezTo>
                    <a:pt x="170" y="3"/>
                    <a:pt x="171" y="3"/>
                    <a:pt x="172" y="3"/>
                  </a:cubicBezTo>
                  <a:cubicBezTo>
                    <a:pt x="182" y="3"/>
                    <a:pt x="182" y="3"/>
                    <a:pt x="182" y="3"/>
                  </a:cubicBezTo>
                  <a:cubicBezTo>
                    <a:pt x="183" y="3"/>
                    <a:pt x="184" y="3"/>
                    <a:pt x="184" y="1"/>
                  </a:cubicBezTo>
                  <a:cubicBezTo>
                    <a:pt x="184" y="0"/>
                    <a:pt x="183" y="0"/>
                    <a:pt x="182" y="0"/>
                  </a:cubicBezTo>
                  <a:close/>
                  <a:moveTo>
                    <a:pt x="206" y="0"/>
                  </a:moveTo>
                  <a:cubicBezTo>
                    <a:pt x="197" y="0"/>
                    <a:pt x="197" y="0"/>
                    <a:pt x="197" y="0"/>
                  </a:cubicBezTo>
                  <a:cubicBezTo>
                    <a:pt x="196" y="0"/>
                    <a:pt x="195" y="0"/>
                    <a:pt x="195" y="1"/>
                  </a:cubicBezTo>
                  <a:cubicBezTo>
                    <a:pt x="195" y="3"/>
                    <a:pt x="196" y="3"/>
                    <a:pt x="197" y="3"/>
                  </a:cubicBezTo>
                  <a:cubicBezTo>
                    <a:pt x="206" y="3"/>
                    <a:pt x="206" y="3"/>
                    <a:pt x="206" y="3"/>
                  </a:cubicBezTo>
                  <a:cubicBezTo>
                    <a:pt x="207" y="3"/>
                    <a:pt x="208" y="3"/>
                    <a:pt x="208" y="1"/>
                  </a:cubicBezTo>
                  <a:cubicBezTo>
                    <a:pt x="208" y="0"/>
                    <a:pt x="207" y="0"/>
                    <a:pt x="206" y="0"/>
                  </a:cubicBezTo>
                  <a:close/>
                  <a:moveTo>
                    <a:pt x="231" y="0"/>
                  </a:moveTo>
                  <a:cubicBezTo>
                    <a:pt x="221" y="0"/>
                    <a:pt x="221" y="0"/>
                    <a:pt x="221" y="0"/>
                  </a:cubicBezTo>
                  <a:cubicBezTo>
                    <a:pt x="220" y="0"/>
                    <a:pt x="219" y="0"/>
                    <a:pt x="219" y="1"/>
                  </a:cubicBezTo>
                  <a:cubicBezTo>
                    <a:pt x="219" y="3"/>
                    <a:pt x="220" y="3"/>
                    <a:pt x="221" y="3"/>
                  </a:cubicBezTo>
                  <a:cubicBezTo>
                    <a:pt x="231" y="3"/>
                    <a:pt x="231" y="3"/>
                    <a:pt x="231" y="3"/>
                  </a:cubicBezTo>
                  <a:cubicBezTo>
                    <a:pt x="232" y="3"/>
                    <a:pt x="233" y="3"/>
                    <a:pt x="233" y="1"/>
                  </a:cubicBezTo>
                  <a:cubicBezTo>
                    <a:pt x="233" y="0"/>
                    <a:pt x="232" y="0"/>
                    <a:pt x="231" y="0"/>
                  </a:cubicBezTo>
                  <a:close/>
                  <a:moveTo>
                    <a:pt x="255" y="0"/>
                  </a:moveTo>
                  <a:cubicBezTo>
                    <a:pt x="245" y="0"/>
                    <a:pt x="245" y="0"/>
                    <a:pt x="245" y="0"/>
                  </a:cubicBezTo>
                  <a:cubicBezTo>
                    <a:pt x="244" y="0"/>
                    <a:pt x="243" y="0"/>
                    <a:pt x="243" y="1"/>
                  </a:cubicBezTo>
                  <a:cubicBezTo>
                    <a:pt x="243" y="3"/>
                    <a:pt x="244" y="3"/>
                    <a:pt x="245" y="3"/>
                  </a:cubicBezTo>
                  <a:cubicBezTo>
                    <a:pt x="255" y="3"/>
                    <a:pt x="255" y="3"/>
                    <a:pt x="255" y="3"/>
                  </a:cubicBezTo>
                  <a:cubicBezTo>
                    <a:pt x="256" y="3"/>
                    <a:pt x="257" y="3"/>
                    <a:pt x="257" y="1"/>
                  </a:cubicBezTo>
                  <a:cubicBezTo>
                    <a:pt x="257" y="0"/>
                    <a:pt x="256" y="0"/>
                    <a:pt x="255" y="0"/>
                  </a:cubicBezTo>
                  <a:close/>
                  <a:moveTo>
                    <a:pt x="279" y="0"/>
                  </a:moveTo>
                  <a:cubicBezTo>
                    <a:pt x="270" y="0"/>
                    <a:pt x="270" y="0"/>
                    <a:pt x="270" y="0"/>
                  </a:cubicBezTo>
                  <a:cubicBezTo>
                    <a:pt x="269" y="0"/>
                    <a:pt x="268" y="0"/>
                    <a:pt x="268" y="1"/>
                  </a:cubicBezTo>
                  <a:cubicBezTo>
                    <a:pt x="268" y="3"/>
                    <a:pt x="269" y="3"/>
                    <a:pt x="270" y="3"/>
                  </a:cubicBezTo>
                  <a:cubicBezTo>
                    <a:pt x="279" y="3"/>
                    <a:pt x="279" y="3"/>
                    <a:pt x="279" y="3"/>
                  </a:cubicBezTo>
                  <a:cubicBezTo>
                    <a:pt x="280" y="3"/>
                    <a:pt x="281" y="3"/>
                    <a:pt x="281" y="1"/>
                  </a:cubicBezTo>
                  <a:cubicBezTo>
                    <a:pt x="281" y="0"/>
                    <a:pt x="280" y="0"/>
                    <a:pt x="279" y="0"/>
                  </a:cubicBezTo>
                  <a:close/>
                  <a:moveTo>
                    <a:pt x="304" y="0"/>
                  </a:moveTo>
                  <a:cubicBezTo>
                    <a:pt x="294" y="0"/>
                    <a:pt x="294" y="0"/>
                    <a:pt x="294" y="0"/>
                  </a:cubicBezTo>
                  <a:cubicBezTo>
                    <a:pt x="293" y="0"/>
                    <a:pt x="292" y="0"/>
                    <a:pt x="292" y="1"/>
                  </a:cubicBezTo>
                  <a:cubicBezTo>
                    <a:pt x="292" y="3"/>
                    <a:pt x="293" y="3"/>
                    <a:pt x="294" y="3"/>
                  </a:cubicBezTo>
                  <a:cubicBezTo>
                    <a:pt x="304" y="3"/>
                    <a:pt x="304" y="3"/>
                    <a:pt x="304" y="3"/>
                  </a:cubicBezTo>
                  <a:cubicBezTo>
                    <a:pt x="305" y="3"/>
                    <a:pt x="306" y="3"/>
                    <a:pt x="306" y="1"/>
                  </a:cubicBezTo>
                  <a:cubicBezTo>
                    <a:pt x="306" y="0"/>
                    <a:pt x="305" y="0"/>
                    <a:pt x="304" y="0"/>
                  </a:cubicBezTo>
                  <a:close/>
                  <a:moveTo>
                    <a:pt x="328" y="0"/>
                  </a:moveTo>
                  <a:cubicBezTo>
                    <a:pt x="318" y="0"/>
                    <a:pt x="318" y="0"/>
                    <a:pt x="318" y="0"/>
                  </a:cubicBezTo>
                  <a:cubicBezTo>
                    <a:pt x="317" y="0"/>
                    <a:pt x="316" y="0"/>
                    <a:pt x="316" y="1"/>
                  </a:cubicBezTo>
                  <a:cubicBezTo>
                    <a:pt x="316" y="3"/>
                    <a:pt x="317" y="3"/>
                    <a:pt x="318" y="3"/>
                  </a:cubicBezTo>
                  <a:cubicBezTo>
                    <a:pt x="328" y="3"/>
                    <a:pt x="328" y="3"/>
                    <a:pt x="328" y="3"/>
                  </a:cubicBezTo>
                  <a:cubicBezTo>
                    <a:pt x="329" y="3"/>
                    <a:pt x="330" y="3"/>
                    <a:pt x="330" y="1"/>
                  </a:cubicBezTo>
                  <a:cubicBezTo>
                    <a:pt x="330" y="0"/>
                    <a:pt x="329" y="0"/>
                    <a:pt x="328" y="0"/>
                  </a:cubicBezTo>
                  <a:close/>
                  <a:moveTo>
                    <a:pt x="352" y="0"/>
                  </a:moveTo>
                  <a:cubicBezTo>
                    <a:pt x="343" y="0"/>
                    <a:pt x="343" y="0"/>
                    <a:pt x="343" y="0"/>
                  </a:cubicBezTo>
                  <a:cubicBezTo>
                    <a:pt x="342" y="0"/>
                    <a:pt x="341" y="0"/>
                    <a:pt x="341" y="1"/>
                  </a:cubicBezTo>
                  <a:cubicBezTo>
                    <a:pt x="341" y="3"/>
                    <a:pt x="342" y="3"/>
                    <a:pt x="343" y="3"/>
                  </a:cubicBezTo>
                  <a:cubicBezTo>
                    <a:pt x="352" y="3"/>
                    <a:pt x="352" y="3"/>
                    <a:pt x="352" y="3"/>
                  </a:cubicBezTo>
                  <a:cubicBezTo>
                    <a:pt x="353" y="3"/>
                    <a:pt x="354" y="3"/>
                    <a:pt x="354" y="1"/>
                  </a:cubicBezTo>
                  <a:cubicBezTo>
                    <a:pt x="354" y="0"/>
                    <a:pt x="353" y="0"/>
                    <a:pt x="352" y="0"/>
                  </a:cubicBezTo>
                  <a:close/>
                  <a:moveTo>
                    <a:pt x="377" y="0"/>
                  </a:moveTo>
                  <a:cubicBezTo>
                    <a:pt x="367" y="0"/>
                    <a:pt x="367" y="0"/>
                    <a:pt x="367" y="0"/>
                  </a:cubicBezTo>
                  <a:cubicBezTo>
                    <a:pt x="366" y="0"/>
                    <a:pt x="365" y="0"/>
                    <a:pt x="365" y="1"/>
                  </a:cubicBezTo>
                  <a:cubicBezTo>
                    <a:pt x="365" y="3"/>
                    <a:pt x="366" y="3"/>
                    <a:pt x="367" y="3"/>
                  </a:cubicBezTo>
                  <a:cubicBezTo>
                    <a:pt x="377" y="3"/>
                    <a:pt x="377" y="3"/>
                    <a:pt x="377" y="3"/>
                  </a:cubicBezTo>
                  <a:cubicBezTo>
                    <a:pt x="378" y="3"/>
                    <a:pt x="379" y="3"/>
                    <a:pt x="379" y="1"/>
                  </a:cubicBezTo>
                  <a:cubicBezTo>
                    <a:pt x="379" y="0"/>
                    <a:pt x="378" y="0"/>
                    <a:pt x="377" y="0"/>
                  </a:cubicBezTo>
                  <a:close/>
                  <a:moveTo>
                    <a:pt x="401" y="0"/>
                  </a:moveTo>
                  <a:cubicBezTo>
                    <a:pt x="391" y="0"/>
                    <a:pt x="391" y="0"/>
                    <a:pt x="391" y="0"/>
                  </a:cubicBezTo>
                  <a:cubicBezTo>
                    <a:pt x="390" y="0"/>
                    <a:pt x="389" y="0"/>
                    <a:pt x="389" y="1"/>
                  </a:cubicBezTo>
                  <a:cubicBezTo>
                    <a:pt x="389" y="3"/>
                    <a:pt x="390" y="3"/>
                    <a:pt x="391" y="3"/>
                  </a:cubicBezTo>
                  <a:cubicBezTo>
                    <a:pt x="401" y="3"/>
                    <a:pt x="401" y="3"/>
                    <a:pt x="401" y="3"/>
                  </a:cubicBezTo>
                  <a:cubicBezTo>
                    <a:pt x="402" y="3"/>
                    <a:pt x="403" y="3"/>
                    <a:pt x="403" y="1"/>
                  </a:cubicBezTo>
                  <a:cubicBezTo>
                    <a:pt x="403" y="0"/>
                    <a:pt x="402" y="0"/>
                    <a:pt x="401" y="0"/>
                  </a:cubicBezTo>
                  <a:close/>
                  <a:moveTo>
                    <a:pt x="425" y="0"/>
                  </a:moveTo>
                  <a:cubicBezTo>
                    <a:pt x="416" y="0"/>
                    <a:pt x="416" y="0"/>
                    <a:pt x="416" y="0"/>
                  </a:cubicBezTo>
                  <a:cubicBezTo>
                    <a:pt x="415" y="0"/>
                    <a:pt x="414" y="0"/>
                    <a:pt x="414" y="1"/>
                  </a:cubicBezTo>
                  <a:cubicBezTo>
                    <a:pt x="414" y="3"/>
                    <a:pt x="415" y="3"/>
                    <a:pt x="416" y="3"/>
                  </a:cubicBezTo>
                  <a:cubicBezTo>
                    <a:pt x="425" y="3"/>
                    <a:pt x="425" y="3"/>
                    <a:pt x="425" y="3"/>
                  </a:cubicBezTo>
                  <a:cubicBezTo>
                    <a:pt x="426" y="3"/>
                    <a:pt x="427" y="3"/>
                    <a:pt x="427" y="1"/>
                  </a:cubicBezTo>
                  <a:cubicBezTo>
                    <a:pt x="427" y="0"/>
                    <a:pt x="426" y="0"/>
                    <a:pt x="4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8" name="Google Shape;1181;p33"/>
            <p:cNvSpPr/>
            <p:nvPr/>
          </p:nvSpPr>
          <p:spPr>
            <a:xfrm>
              <a:off x="2906280" y="2647080"/>
              <a:ext cx="20520" cy="19080"/>
            </a:xfrm>
            <a:custGeom>
              <a:avLst/>
              <a:gdLst>
                <a:gd name="textAreaLeft" fmla="*/ 0 w 20520"/>
                <a:gd name="textAreaRight" fmla="*/ 20880 w 20520"/>
                <a:gd name="textAreaTop" fmla="*/ 0 h 19080"/>
                <a:gd name="textAreaBottom" fmla="*/ 19440 h 19080"/>
              </a:gdLst>
              <a:ahLst/>
              <a:cxnLst/>
              <a:rect l="textAreaLeft" t="textAreaTop" r="textAreaRight" b="textAreaBottom"/>
              <a:pathLst>
                <a:path w="8" h="8">
                  <a:moveTo>
                    <a:pt x="6" y="5"/>
                  </a:moveTo>
                  <a:cubicBezTo>
                    <a:pt x="4" y="5"/>
                    <a:pt x="4" y="5"/>
                    <a:pt x="4" y="5"/>
                  </a:cubicBezTo>
                  <a:cubicBezTo>
                    <a:pt x="4" y="2"/>
                    <a:pt x="4" y="2"/>
                    <a:pt x="4" y="2"/>
                  </a:cubicBezTo>
                  <a:cubicBezTo>
                    <a:pt x="4" y="1"/>
                    <a:pt x="3" y="0"/>
                    <a:pt x="2" y="0"/>
                  </a:cubicBezTo>
                  <a:cubicBezTo>
                    <a:pt x="1" y="0"/>
                    <a:pt x="0" y="1"/>
                    <a:pt x="0" y="2"/>
                  </a:cubicBezTo>
                  <a:cubicBezTo>
                    <a:pt x="0" y="6"/>
                    <a:pt x="0" y="6"/>
                    <a:pt x="0" y="6"/>
                  </a:cubicBezTo>
                  <a:cubicBezTo>
                    <a:pt x="0" y="7"/>
                    <a:pt x="0" y="7"/>
                    <a:pt x="0" y="8"/>
                  </a:cubicBezTo>
                  <a:cubicBezTo>
                    <a:pt x="1" y="8"/>
                    <a:pt x="1" y="8"/>
                    <a:pt x="2" y="8"/>
                  </a:cubicBezTo>
                  <a:cubicBezTo>
                    <a:pt x="6" y="8"/>
                    <a:pt x="6" y="8"/>
                    <a:pt x="6" y="8"/>
                  </a:cubicBezTo>
                  <a:cubicBezTo>
                    <a:pt x="7" y="8"/>
                    <a:pt x="8" y="8"/>
                    <a:pt x="8" y="6"/>
                  </a:cubicBezTo>
                  <a:cubicBezTo>
                    <a:pt x="8" y="5"/>
                    <a:pt x="7" y="5"/>
                    <a:pt x="6" y="5"/>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182;p33"/>
            <p:cNvSpPr/>
            <p:nvPr/>
          </p:nvSpPr>
          <p:spPr>
            <a:xfrm>
              <a:off x="2906280" y="1644840"/>
              <a:ext cx="10080" cy="975600"/>
            </a:xfrm>
            <a:custGeom>
              <a:avLst/>
              <a:gdLst>
                <a:gd name="textAreaLeft" fmla="*/ 0 w 10080"/>
                <a:gd name="textAreaRight" fmla="*/ 10440 w 10080"/>
                <a:gd name="textAreaTop" fmla="*/ 0 h 975600"/>
                <a:gd name="textAreaBottom" fmla="*/ 975960 h 975600"/>
              </a:gdLst>
              <a:ahLst/>
              <a:cxnLst/>
              <a:rect l="textAreaLeft" t="textAreaTop" r="textAreaRight" b="textAreaBottom"/>
              <a:pathLst>
                <a:path w="4" h="387">
                  <a:moveTo>
                    <a:pt x="4" y="11"/>
                  </a:moveTo>
                  <a:cubicBezTo>
                    <a:pt x="4" y="2"/>
                    <a:pt x="4" y="2"/>
                    <a:pt x="4" y="2"/>
                  </a:cubicBezTo>
                  <a:cubicBezTo>
                    <a:pt x="4" y="1"/>
                    <a:pt x="3" y="0"/>
                    <a:pt x="2" y="0"/>
                  </a:cubicBezTo>
                  <a:cubicBezTo>
                    <a:pt x="1" y="0"/>
                    <a:pt x="0" y="1"/>
                    <a:pt x="0" y="2"/>
                  </a:cubicBezTo>
                  <a:cubicBezTo>
                    <a:pt x="0" y="11"/>
                    <a:pt x="0" y="11"/>
                    <a:pt x="0" y="11"/>
                  </a:cubicBezTo>
                  <a:cubicBezTo>
                    <a:pt x="0" y="13"/>
                    <a:pt x="1" y="13"/>
                    <a:pt x="2" y="13"/>
                  </a:cubicBezTo>
                  <a:cubicBezTo>
                    <a:pt x="3" y="13"/>
                    <a:pt x="4" y="13"/>
                    <a:pt x="4" y="11"/>
                  </a:cubicBezTo>
                  <a:close/>
                  <a:moveTo>
                    <a:pt x="4" y="35"/>
                  </a:moveTo>
                  <a:cubicBezTo>
                    <a:pt x="4" y="25"/>
                    <a:pt x="4" y="25"/>
                    <a:pt x="4" y="25"/>
                  </a:cubicBezTo>
                  <a:cubicBezTo>
                    <a:pt x="4" y="24"/>
                    <a:pt x="3" y="24"/>
                    <a:pt x="2" y="24"/>
                  </a:cubicBezTo>
                  <a:cubicBezTo>
                    <a:pt x="1" y="24"/>
                    <a:pt x="0" y="24"/>
                    <a:pt x="0" y="25"/>
                  </a:cubicBezTo>
                  <a:cubicBezTo>
                    <a:pt x="0" y="35"/>
                    <a:pt x="0" y="35"/>
                    <a:pt x="0" y="35"/>
                  </a:cubicBezTo>
                  <a:cubicBezTo>
                    <a:pt x="0" y="36"/>
                    <a:pt x="1" y="37"/>
                    <a:pt x="2" y="37"/>
                  </a:cubicBezTo>
                  <a:cubicBezTo>
                    <a:pt x="3" y="37"/>
                    <a:pt x="4" y="36"/>
                    <a:pt x="4" y="35"/>
                  </a:cubicBezTo>
                  <a:close/>
                  <a:moveTo>
                    <a:pt x="4" y="58"/>
                  </a:moveTo>
                  <a:cubicBezTo>
                    <a:pt x="4" y="49"/>
                    <a:pt x="4" y="49"/>
                    <a:pt x="4" y="49"/>
                  </a:cubicBezTo>
                  <a:cubicBezTo>
                    <a:pt x="4" y="48"/>
                    <a:pt x="3" y="47"/>
                    <a:pt x="2" y="47"/>
                  </a:cubicBezTo>
                  <a:cubicBezTo>
                    <a:pt x="1" y="47"/>
                    <a:pt x="0" y="48"/>
                    <a:pt x="0" y="49"/>
                  </a:cubicBezTo>
                  <a:cubicBezTo>
                    <a:pt x="0" y="58"/>
                    <a:pt x="0" y="58"/>
                    <a:pt x="0" y="58"/>
                  </a:cubicBezTo>
                  <a:cubicBezTo>
                    <a:pt x="0" y="59"/>
                    <a:pt x="1" y="60"/>
                    <a:pt x="2" y="60"/>
                  </a:cubicBezTo>
                  <a:cubicBezTo>
                    <a:pt x="3" y="60"/>
                    <a:pt x="4" y="59"/>
                    <a:pt x="4" y="58"/>
                  </a:cubicBezTo>
                  <a:close/>
                  <a:moveTo>
                    <a:pt x="4" y="81"/>
                  </a:moveTo>
                  <a:cubicBezTo>
                    <a:pt x="4" y="72"/>
                    <a:pt x="4" y="72"/>
                    <a:pt x="4" y="72"/>
                  </a:cubicBezTo>
                  <a:cubicBezTo>
                    <a:pt x="4" y="71"/>
                    <a:pt x="3" y="70"/>
                    <a:pt x="2" y="70"/>
                  </a:cubicBezTo>
                  <a:cubicBezTo>
                    <a:pt x="1" y="70"/>
                    <a:pt x="0" y="71"/>
                    <a:pt x="0" y="72"/>
                  </a:cubicBezTo>
                  <a:cubicBezTo>
                    <a:pt x="0" y="81"/>
                    <a:pt x="0" y="81"/>
                    <a:pt x="0" y="81"/>
                  </a:cubicBezTo>
                  <a:cubicBezTo>
                    <a:pt x="0" y="83"/>
                    <a:pt x="1" y="83"/>
                    <a:pt x="2" y="83"/>
                  </a:cubicBezTo>
                  <a:cubicBezTo>
                    <a:pt x="3" y="83"/>
                    <a:pt x="4" y="83"/>
                    <a:pt x="4" y="81"/>
                  </a:cubicBezTo>
                  <a:close/>
                  <a:moveTo>
                    <a:pt x="4" y="105"/>
                  </a:moveTo>
                  <a:cubicBezTo>
                    <a:pt x="4" y="95"/>
                    <a:pt x="4" y="95"/>
                    <a:pt x="4" y="95"/>
                  </a:cubicBezTo>
                  <a:cubicBezTo>
                    <a:pt x="4" y="94"/>
                    <a:pt x="3" y="94"/>
                    <a:pt x="2" y="94"/>
                  </a:cubicBezTo>
                  <a:cubicBezTo>
                    <a:pt x="1" y="94"/>
                    <a:pt x="0" y="94"/>
                    <a:pt x="0" y="95"/>
                  </a:cubicBezTo>
                  <a:cubicBezTo>
                    <a:pt x="0" y="105"/>
                    <a:pt x="0" y="105"/>
                    <a:pt x="0" y="105"/>
                  </a:cubicBezTo>
                  <a:cubicBezTo>
                    <a:pt x="0" y="106"/>
                    <a:pt x="1" y="107"/>
                    <a:pt x="2" y="107"/>
                  </a:cubicBezTo>
                  <a:cubicBezTo>
                    <a:pt x="3" y="107"/>
                    <a:pt x="4" y="106"/>
                    <a:pt x="4" y="105"/>
                  </a:cubicBezTo>
                  <a:close/>
                  <a:moveTo>
                    <a:pt x="4" y="128"/>
                  </a:moveTo>
                  <a:cubicBezTo>
                    <a:pt x="4" y="119"/>
                    <a:pt x="4" y="119"/>
                    <a:pt x="4" y="119"/>
                  </a:cubicBezTo>
                  <a:cubicBezTo>
                    <a:pt x="4" y="118"/>
                    <a:pt x="3" y="117"/>
                    <a:pt x="2" y="117"/>
                  </a:cubicBezTo>
                  <a:cubicBezTo>
                    <a:pt x="1" y="117"/>
                    <a:pt x="0" y="118"/>
                    <a:pt x="0" y="119"/>
                  </a:cubicBezTo>
                  <a:cubicBezTo>
                    <a:pt x="0" y="128"/>
                    <a:pt x="0" y="128"/>
                    <a:pt x="0" y="128"/>
                  </a:cubicBezTo>
                  <a:cubicBezTo>
                    <a:pt x="0" y="129"/>
                    <a:pt x="1" y="130"/>
                    <a:pt x="2" y="130"/>
                  </a:cubicBezTo>
                  <a:cubicBezTo>
                    <a:pt x="3" y="130"/>
                    <a:pt x="4" y="129"/>
                    <a:pt x="4" y="128"/>
                  </a:cubicBezTo>
                  <a:close/>
                  <a:moveTo>
                    <a:pt x="4" y="151"/>
                  </a:moveTo>
                  <a:cubicBezTo>
                    <a:pt x="4" y="142"/>
                    <a:pt x="4" y="142"/>
                    <a:pt x="4" y="142"/>
                  </a:cubicBezTo>
                  <a:cubicBezTo>
                    <a:pt x="4" y="141"/>
                    <a:pt x="3" y="140"/>
                    <a:pt x="2" y="140"/>
                  </a:cubicBezTo>
                  <a:cubicBezTo>
                    <a:pt x="1" y="140"/>
                    <a:pt x="0" y="141"/>
                    <a:pt x="0" y="142"/>
                  </a:cubicBezTo>
                  <a:cubicBezTo>
                    <a:pt x="0" y="151"/>
                    <a:pt x="0" y="151"/>
                    <a:pt x="0" y="151"/>
                  </a:cubicBezTo>
                  <a:cubicBezTo>
                    <a:pt x="0" y="153"/>
                    <a:pt x="1" y="153"/>
                    <a:pt x="2" y="153"/>
                  </a:cubicBezTo>
                  <a:cubicBezTo>
                    <a:pt x="3" y="153"/>
                    <a:pt x="4" y="153"/>
                    <a:pt x="4" y="151"/>
                  </a:cubicBezTo>
                  <a:close/>
                  <a:moveTo>
                    <a:pt x="4" y="175"/>
                  </a:moveTo>
                  <a:cubicBezTo>
                    <a:pt x="4" y="165"/>
                    <a:pt x="4" y="165"/>
                    <a:pt x="4" y="165"/>
                  </a:cubicBezTo>
                  <a:cubicBezTo>
                    <a:pt x="4" y="164"/>
                    <a:pt x="3" y="164"/>
                    <a:pt x="2" y="164"/>
                  </a:cubicBezTo>
                  <a:cubicBezTo>
                    <a:pt x="1" y="164"/>
                    <a:pt x="0" y="164"/>
                    <a:pt x="0" y="165"/>
                  </a:cubicBezTo>
                  <a:cubicBezTo>
                    <a:pt x="0" y="175"/>
                    <a:pt x="0" y="175"/>
                    <a:pt x="0" y="175"/>
                  </a:cubicBezTo>
                  <a:cubicBezTo>
                    <a:pt x="0" y="176"/>
                    <a:pt x="1" y="177"/>
                    <a:pt x="2" y="177"/>
                  </a:cubicBezTo>
                  <a:cubicBezTo>
                    <a:pt x="3" y="177"/>
                    <a:pt x="4" y="176"/>
                    <a:pt x="4" y="175"/>
                  </a:cubicBezTo>
                  <a:close/>
                  <a:moveTo>
                    <a:pt x="4" y="198"/>
                  </a:moveTo>
                  <a:cubicBezTo>
                    <a:pt x="4" y="189"/>
                    <a:pt x="4" y="189"/>
                    <a:pt x="4" y="189"/>
                  </a:cubicBezTo>
                  <a:cubicBezTo>
                    <a:pt x="4" y="188"/>
                    <a:pt x="3" y="187"/>
                    <a:pt x="2" y="187"/>
                  </a:cubicBezTo>
                  <a:cubicBezTo>
                    <a:pt x="1" y="187"/>
                    <a:pt x="0" y="188"/>
                    <a:pt x="0" y="189"/>
                  </a:cubicBezTo>
                  <a:cubicBezTo>
                    <a:pt x="0" y="198"/>
                    <a:pt x="0" y="198"/>
                    <a:pt x="0" y="198"/>
                  </a:cubicBezTo>
                  <a:cubicBezTo>
                    <a:pt x="0" y="199"/>
                    <a:pt x="1" y="200"/>
                    <a:pt x="2" y="200"/>
                  </a:cubicBezTo>
                  <a:cubicBezTo>
                    <a:pt x="3" y="200"/>
                    <a:pt x="4" y="199"/>
                    <a:pt x="4" y="198"/>
                  </a:cubicBezTo>
                  <a:close/>
                  <a:moveTo>
                    <a:pt x="4" y="221"/>
                  </a:moveTo>
                  <a:cubicBezTo>
                    <a:pt x="4" y="212"/>
                    <a:pt x="4" y="212"/>
                    <a:pt x="4" y="212"/>
                  </a:cubicBezTo>
                  <a:cubicBezTo>
                    <a:pt x="4" y="211"/>
                    <a:pt x="3" y="210"/>
                    <a:pt x="2" y="210"/>
                  </a:cubicBezTo>
                  <a:cubicBezTo>
                    <a:pt x="1" y="210"/>
                    <a:pt x="0" y="211"/>
                    <a:pt x="0" y="212"/>
                  </a:cubicBezTo>
                  <a:cubicBezTo>
                    <a:pt x="0" y="221"/>
                    <a:pt x="0" y="221"/>
                    <a:pt x="0" y="221"/>
                  </a:cubicBezTo>
                  <a:cubicBezTo>
                    <a:pt x="0" y="222"/>
                    <a:pt x="1" y="223"/>
                    <a:pt x="2" y="223"/>
                  </a:cubicBezTo>
                  <a:cubicBezTo>
                    <a:pt x="3" y="223"/>
                    <a:pt x="4" y="222"/>
                    <a:pt x="4" y="221"/>
                  </a:cubicBezTo>
                  <a:close/>
                  <a:moveTo>
                    <a:pt x="4" y="245"/>
                  </a:moveTo>
                  <a:cubicBezTo>
                    <a:pt x="4" y="235"/>
                    <a:pt x="4" y="235"/>
                    <a:pt x="4" y="235"/>
                  </a:cubicBezTo>
                  <a:cubicBezTo>
                    <a:pt x="4" y="234"/>
                    <a:pt x="3" y="234"/>
                    <a:pt x="2" y="234"/>
                  </a:cubicBezTo>
                  <a:cubicBezTo>
                    <a:pt x="1" y="234"/>
                    <a:pt x="0" y="234"/>
                    <a:pt x="0" y="235"/>
                  </a:cubicBezTo>
                  <a:cubicBezTo>
                    <a:pt x="0" y="245"/>
                    <a:pt x="0" y="245"/>
                    <a:pt x="0" y="245"/>
                  </a:cubicBezTo>
                  <a:cubicBezTo>
                    <a:pt x="0" y="246"/>
                    <a:pt x="1" y="247"/>
                    <a:pt x="2" y="247"/>
                  </a:cubicBezTo>
                  <a:cubicBezTo>
                    <a:pt x="3" y="247"/>
                    <a:pt x="4" y="246"/>
                    <a:pt x="4" y="245"/>
                  </a:cubicBezTo>
                  <a:close/>
                  <a:moveTo>
                    <a:pt x="4" y="268"/>
                  </a:moveTo>
                  <a:cubicBezTo>
                    <a:pt x="4" y="259"/>
                    <a:pt x="4" y="259"/>
                    <a:pt x="4" y="259"/>
                  </a:cubicBezTo>
                  <a:cubicBezTo>
                    <a:pt x="4" y="258"/>
                    <a:pt x="3" y="257"/>
                    <a:pt x="2" y="257"/>
                  </a:cubicBezTo>
                  <a:cubicBezTo>
                    <a:pt x="1" y="257"/>
                    <a:pt x="0" y="258"/>
                    <a:pt x="0" y="259"/>
                  </a:cubicBezTo>
                  <a:cubicBezTo>
                    <a:pt x="0" y="268"/>
                    <a:pt x="0" y="268"/>
                    <a:pt x="0" y="268"/>
                  </a:cubicBezTo>
                  <a:cubicBezTo>
                    <a:pt x="0" y="269"/>
                    <a:pt x="1" y="270"/>
                    <a:pt x="2" y="270"/>
                  </a:cubicBezTo>
                  <a:cubicBezTo>
                    <a:pt x="3" y="270"/>
                    <a:pt x="4" y="269"/>
                    <a:pt x="4" y="268"/>
                  </a:cubicBezTo>
                  <a:close/>
                  <a:moveTo>
                    <a:pt x="4" y="291"/>
                  </a:moveTo>
                  <a:cubicBezTo>
                    <a:pt x="4" y="282"/>
                    <a:pt x="4" y="282"/>
                    <a:pt x="4" y="282"/>
                  </a:cubicBezTo>
                  <a:cubicBezTo>
                    <a:pt x="4" y="281"/>
                    <a:pt x="3" y="280"/>
                    <a:pt x="2" y="280"/>
                  </a:cubicBezTo>
                  <a:cubicBezTo>
                    <a:pt x="1" y="280"/>
                    <a:pt x="0" y="281"/>
                    <a:pt x="0" y="282"/>
                  </a:cubicBezTo>
                  <a:cubicBezTo>
                    <a:pt x="0" y="291"/>
                    <a:pt x="0" y="291"/>
                    <a:pt x="0" y="291"/>
                  </a:cubicBezTo>
                  <a:cubicBezTo>
                    <a:pt x="0" y="292"/>
                    <a:pt x="1" y="293"/>
                    <a:pt x="2" y="293"/>
                  </a:cubicBezTo>
                  <a:cubicBezTo>
                    <a:pt x="3" y="293"/>
                    <a:pt x="4" y="292"/>
                    <a:pt x="4" y="291"/>
                  </a:cubicBezTo>
                  <a:close/>
                  <a:moveTo>
                    <a:pt x="4" y="315"/>
                  </a:moveTo>
                  <a:cubicBezTo>
                    <a:pt x="4" y="305"/>
                    <a:pt x="4" y="305"/>
                    <a:pt x="4" y="305"/>
                  </a:cubicBezTo>
                  <a:cubicBezTo>
                    <a:pt x="4" y="304"/>
                    <a:pt x="3" y="304"/>
                    <a:pt x="2" y="304"/>
                  </a:cubicBezTo>
                  <a:cubicBezTo>
                    <a:pt x="1" y="304"/>
                    <a:pt x="0" y="304"/>
                    <a:pt x="0" y="305"/>
                  </a:cubicBezTo>
                  <a:cubicBezTo>
                    <a:pt x="0" y="315"/>
                    <a:pt x="0" y="315"/>
                    <a:pt x="0" y="315"/>
                  </a:cubicBezTo>
                  <a:cubicBezTo>
                    <a:pt x="0" y="316"/>
                    <a:pt x="1" y="317"/>
                    <a:pt x="2" y="317"/>
                  </a:cubicBezTo>
                  <a:cubicBezTo>
                    <a:pt x="3" y="317"/>
                    <a:pt x="4" y="316"/>
                    <a:pt x="4" y="315"/>
                  </a:cubicBezTo>
                  <a:close/>
                  <a:moveTo>
                    <a:pt x="4" y="338"/>
                  </a:moveTo>
                  <a:cubicBezTo>
                    <a:pt x="4" y="329"/>
                    <a:pt x="4" y="329"/>
                    <a:pt x="4" y="329"/>
                  </a:cubicBezTo>
                  <a:cubicBezTo>
                    <a:pt x="4" y="328"/>
                    <a:pt x="3" y="327"/>
                    <a:pt x="2" y="327"/>
                  </a:cubicBezTo>
                  <a:cubicBezTo>
                    <a:pt x="1" y="327"/>
                    <a:pt x="0" y="328"/>
                    <a:pt x="0" y="329"/>
                  </a:cubicBezTo>
                  <a:cubicBezTo>
                    <a:pt x="0" y="338"/>
                    <a:pt x="0" y="338"/>
                    <a:pt x="0" y="338"/>
                  </a:cubicBezTo>
                  <a:cubicBezTo>
                    <a:pt x="0" y="339"/>
                    <a:pt x="1" y="340"/>
                    <a:pt x="2" y="340"/>
                  </a:cubicBezTo>
                  <a:cubicBezTo>
                    <a:pt x="3" y="340"/>
                    <a:pt x="4" y="339"/>
                    <a:pt x="4" y="338"/>
                  </a:cubicBezTo>
                  <a:close/>
                  <a:moveTo>
                    <a:pt x="4" y="361"/>
                  </a:moveTo>
                  <a:cubicBezTo>
                    <a:pt x="4" y="352"/>
                    <a:pt x="4" y="352"/>
                    <a:pt x="4" y="352"/>
                  </a:cubicBezTo>
                  <a:cubicBezTo>
                    <a:pt x="4" y="351"/>
                    <a:pt x="3" y="350"/>
                    <a:pt x="2" y="350"/>
                  </a:cubicBezTo>
                  <a:cubicBezTo>
                    <a:pt x="1" y="350"/>
                    <a:pt x="0" y="351"/>
                    <a:pt x="0" y="352"/>
                  </a:cubicBezTo>
                  <a:cubicBezTo>
                    <a:pt x="0" y="361"/>
                    <a:pt x="0" y="361"/>
                    <a:pt x="0" y="361"/>
                  </a:cubicBezTo>
                  <a:cubicBezTo>
                    <a:pt x="0" y="362"/>
                    <a:pt x="1" y="363"/>
                    <a:pt x="2" y="363"/>
                  </a:cubicBezTo>
                  <a:cubicBezTo>
                    <a:pt x="3" y="363"/>
                    <a:pt x="4" y="362"/>
                    <a:pt x="4" y="361"/>
                  </a:cubicBezTo>
                  <a:close/>
                  <a:moveTo>
                    <a:pt x="4" y="385"/>
                  </a:moveTo>
                  <a:cubicBezTo>
                    <a:pt x="4" y="375"/>
                    <a:pt x="4" y="375"/>
                    <a:pt x="4" y="375"/>
                  </a:cubicBezTo>
                  <a:cubicBezTo>
                    <a:pt x="4" y="374"/>
                    <a:pt x="3" y="374"/>
                    <a:pt x="2" y="374"/>
                  </a:cubicBezTo>
                  <a:cubicBezTo>
                    <a:pt x="1" y="374"/>
                    <a:pt x="0" y="374"/>
                    <a:pt x="0" y="375"/>
                  </a:cubicBezTo>
                  <a:cubicBezTo>
                    <a:pt x="0" y="385"/>
                    <a:pt x="0" y="385"/>
                    <a:pt x="0" y="385"/>
                  </a:cubicBezTo>
                  <a:cubicBezTo>
                    <a:pt x="0" y="386"/>
                    <a:pt x="1" y="387"/>
                    <a:pt x="2" y="387"/>
                  </a:cubicBezTo>
                  <a:cubicBezTo>
                    <a:pt x="3" y="387"/>
                    <a:pt x="4" y="386"/>
                    <a:pt x="4" y="385"/>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0" name="Google Shape;1183;p33"/>
            <p:cNvSpPr/>
            <p:nvPr/>
          </p:nvSpPr>
          <p:spPr>
            <a:xfrm>
              <a:off x="2906280" y="1599480"/>
              <a:ext cx="20520" cy="20520"/>
            </a:xfrm>
            <a:custGeom>
              <a:avLst/>
              <a:gdLst>
                <a:gd name="textAreaLeft" fmla="*/ 0 w 20520"/>
                <a:gd name="textAreaRight" fmla="*/ 20880 w 20520"/>
                <a:gd name="textAreaTop" fmla="*/ 0 h 20520"/>
                <a:gd name="textAreaBottom" fmla="*/ 20880 h 20520"/>
              </a:gdLst>
              <a:ahLst/>
              <a:cxnLst/>
              <a:rect l="textAreaLeft" t="textAreaTop" r="textAreaRight" b="textAreaBottom"/>
              <a:pathLst>
                <a:path w="8" h="8">
                  <a:moveTo>
                    <a:pt x="4" y="6"/>
                  </a:moveTo>
                  <a:cubicBezTo>
                    <a:pt x="4" y="3"/>
                    <a:pt x="4" y="3"/>
                    <a:pt x="4" y="3"/>
                  </a:cubicBezTo>
                  <a:cubicBezTo>
                    <a:pt x="6" y="3"/>
                    <a:pt x="6" y="3"/>
                    <a:pt x="6" y="3"/>
                  </a:cubicBezTo>
                  <a:cubicBezTo>
                    <a:pt x="7" y="3"/>
                    <a:pt x="8" y="2"/>
                    <a:pt x="8" y="1"/>
                  </a:cubicBezTo>
                  <a:cubicBezTo>
                    <a:pt x="8" y="0"/>
                    <a:pt x="7" y="0"/>
                    <a:pt x="6" y="0"/>
                  </a:cubicBezTo>
                  <a:cubicBezTo>
                    <a:pt x="2" y="0"/>
                    <a:pt x="2" y="0"/>
                    <a:pt x="2" y="0"/>
                  </a:cubicBezTo>
                  <a:cubicBezTo>
                    <a:pt x="1" y="0"/>
                    <a:pt x="1" y="0"/>
                    <a:pt x="0" y="0"/>
                  </a:cubicBezTo>
                  <a:cubicBezTo>
                    <a:pt x="0" y="0"/>
                    <a:pt x="0" y="1"/>
                    <a:pt x="0" y="1"/>
                  </a:cubicBezTo>
                  <a:cubicBezTo>
                    <a:pt x="0" y="6"/>
                    <a:pt x="0" y="6"/>
                    <a:pt x="0" y="6"/>
                  </a:cubicBezTo>
                  <a:cubicBezTo>
                    <a:pt x="0" y="7"/>
                    <a:pt x="1" y="8"/>
                    <a:pt x="2" y="8"/>
                  </a:cubicBezTo>
                  <a:cubicBezTo>
                    <a:pt x="3" y="8"/>
                    <a:pt x="4" y="7"/>
                    <a:pt x="4" y="6"/>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184;p33"/>
            <p:cNvSpPr/>
            <p:nvPr/>
          </p:nvSpPr>
          <p:spPr>
            <a:xfrm>
              <a:off x="2954520" y="159948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416" y="3"/>
                  </a:moveTo>
                  <a:cubicBezTo>
                    <a:pt x="425" y="3"/>
                    <a:pt x="425" y="3"/>
                    <a:pt x="425" y="3"/>
                  </a:cubicBezTo>
                  <a:cubicBezTo>
                    <a:pt x="426" y="3"/>
                    <a:pt x="427" y="2"/>
                    <a:pt x="427" y="1"/>
                  </a:cubicBezTo>
                  <a:cubicBezTo>
                    <a:pt x="427" y="0"/>
                    <a:pt x="426" y="0"/>
                    <a:pt x="425" y="0"/>
                  </a:cubicBezTo>
                  <a:cubicBezTo>
                    <a:pt x="416" y="0"/>
                    <a:pt x="416" y="0"/>
                    <a:pt x="416" y="0"/>
                  </a:cubicBezTo>
                  <a:cubicBezTo>
                    <a:pt x="415" y="0"/>
                    <a:pt x="414" y="0"/>
                    <a:pt x="414" y="1"/>
                  </a:cubicBezTo>
                  <a:cubicBezTo>
                    <a:pt x="414" y="2"/>
                    <a:pt x="415" y="3"/>
                    <a:pt x="416" y="3"/>
                  </a:cubicBezTo>
                  <a:close/>
                  <a:moveTo>
                    <a:pt x="391" y="3"/>
                  </a:moveTo>
                  <a:cubicBezTo>
                    <a:pt x="401" y="3"/>
                    <a:pt x="401" y="3"/>
                    <a:pt x="401" y="3"/>
                  </a:cubicBezTo>
                  <a:cubicBezTo>
                    <a:pt x="402" y="3"/>
                    <a:pt x="403" y="2"/>
                    <a:pt x="403" y="1"/>
                  </a:cubicBezTo>
                  <a:cubicBezTo>
                    <a:pt x="403" y="0"/>
                    <a:pt x="402" y="0"/>
                    <a:pt x="401" y="0"/>
                  </a:cubicBezTo>
                  <a:cubicBezTo>
                    <a:pt x="391" y="0"/>
                    <a:pt x="391" y="0"/>
                    <a:pt x="391" y="0"/>
                  </a:cubicBezTo>
                  <a:cubicBezTo>
                    <a:pt x="390" y="0"/>
                    <a:pt x="389" y="0"/>
                    <a:pt x="389" y="1"/>
                  </a:cubicBezTo>
                  <a:cubicBezTo>
                    <a:pt x="389" y="2"/>
                    <a:pt x="390" y="3"/>
                    <a:pt x="391" y="3"/>
                  </a:cubicBezTo>
                  <a:close/>
                  <a:moveTo>
                    <a:pt x="367" y="3"/>
                  </a:moveTo>
                  <a:cubicBezTo>
                    <a:pt x="377" y="3"/>
                    <a:pt x="377" y="3"/>
                    <a:pt x="377" y="3"/>
                  </a:cubicBezTo>
                  <a:cubicBezTo>
                    <a:pt x="378" y="3"/>
                    <a:pt x="379" y="2"/>
                    <a:pt x="379" y="1"/>
                  </a:cubicBezTo>
                  <a:cubicBezTo>
                    <a:pt x="379" y="0"/>
                    <a:pt x="378" y="0"/>
                    <a:pt x="377" y="0"/>
                  </a:cubicBezTo>
                  <a:cubicBezTo>
                    <a:pt x="367" y="0"/>
                    <a:pt x="367" y="0"/>
                    <a:pt x="367" y="0"/>
                  </a:cubicBezTo>
                  <a:cubicBezTo>
                    <a:pt x="366" y="0"/>
                    <a:pt x="365" y="0"/>
                    <a:pt x="365" y="1"/>
                  </a:cubicBezTo>
                  <a:cubicBezTo>
                    <a:pt x="365" y="2"/>
                    <a:pt x="366" y="3"/>
                    <a:pt x="367" y="3"/>
                  </a:cubicBezTo>
                  <a:close/>
                  <a:moveTo>
                    <a:pt x="343" y="3"/>
                  </a:moveTo>
                  <a:cubicBezTo>
                    <a:pt x="352" y="3"/>
                    <a:pt x="352" y="3"/>
                    <a:pt x="352" y="3"/>
                  </a:cubicBezTo>
                  <a:cubicBezTo>
                    <a:pt x="353" y="3"/>
                    <a:pt x="354" y="2"/>
                    <a:pt x="354" y="1"/>
                  </a:cubicBezTo>
                  <a:cubicBezTo>
                    <a:pt x="354" y="0"/>
                    <a:pt x="353" y="0"/>
                    <a:pt x="352" y="0"/>
                  </a:cubicBezTo>
                  <a:cubicBezTo>
                    <a:pt x="343" y="0"/>
                    <a:pt x="343" y="0"/>
                    <a:pt x="343" y="0"/>
                  </a:cubicBezTo>
                  <a:cubicBezTo>
                    <a:pt x="342" y="0"/>
                    <a:pt x="341" y="0"/>
                    <a:pt x="341" y="1"/>
                  </a:cubicBezTo>
                  <a:cubicBezTo>
                    <a:pt x="341" y="2"/>
                    <a:pt x="342" y="3"/>
                    <a:pt x="343" y="3"/>
                  </a:cubicBezTo>
                  <a:close/>
                  <a:moveTo>
                    <a:pt x="318" y="3"/>
                  </a:moveTo>
                  <a:cubicBezTo>
                    <a:pt x="328" y="3"/>
                    <a:pt x="328" y="3"/>
                    <a:pt x="328" y="3"/>
                  </a:cubicBezTo>
                  <a:cubicBezTo>
                    <a:pt x="329" y="3"/>
                    <a:pt x="330" y="2"/>
                    <a:pt x="330" y="1"/>
                  </a:cubicBezTo>
                  <a:cubicBezTo>
                    <a:pt x="330" y="0"/>
                    <a:pt x="329" y="0"/>
                    <a:pt x="328" y="0"/>
                  </a:cubicBezTo>
                  <a:cubicBezTo>
                    <a:pt x="318" y="0"/>
                    <a:pt x="318" y="0"/>
                    <a:pt x="318" y="0"/>
                  </a:cubicBezTo>
                  <a:cubicBezTo>
                    <a:pt x="317" y="0"/>
                    <a:pt x="316" y="0"/>
                    <a:pt x="316" y="1"/>
                  </a:cubicBezTo>
                  <a:cubicBezTo>
                    <a:pt x="316" y="2"/>
                    <a:pt x="317" y="3"/>
                    <a:pt x="318" y="3"/>
                  </a:cubicBezTo>
                  <a:close/>
                  <a:moveTo>
                    <a:pt x="294" y="3"/>
                  </a:moveTo>
                  <a:cubicBezTo>
                    <a:pt x="304" y="3"/>
                    <a:pt x="304" y="3"/>
                    <a:pt x="304" y="3"/>
                  </a:cubicBezTo>
                  <a:cubicBezTo>
                    <a:pt x="305" y="3"/>
                    <a:pt x="306" y="2"/>
                    <a:pt x="306" y="1"/>
                  </a:cubicBezTo>
                  <a:cubicBezTo>
                    <a:pt x="306" y="0"/>
                    <a:pt x="305" y="0"/>
                    <a:pt x="304" y="0"/>
                  </a:cubicBezTo>
                  <a:cubicBezTo>
                    <a:pt x="294" y="0"/>
                    <a:pt x="294" y="0"/>
                    <a:pt x="294" y="0"/>
                  </a:cubicBezTo>
                  <a:cubicBezTo>
                    <a:pt x="293" y="0"/>
                    <a:pt x="292" y="0"/>
                    <a:pt x="292" y="1"/>
                  </a:cubicBezTo>
                  <a:cubicBezTo>
                    <a:pt x="292" y="2"/>
                    <a:pt x="293" y="3"/>
                    <a:pt x="294" y="3"/>
                  </a:cubicBezTo>
                  <a:close/>
                  <a:moveTo>
                    <a:pt x="270" y="3"/>
                  </a:moveTo>
                  <a:cubicBezTo>
                    <a:pt x="279" y="3"/>
                    <a:pt x="279" y="3"/>
                    <a:pt x="279" y="3"/>
                  </a:cubicBezTo>
                  <a:cubicBezTo>
                    <a:pt x="280" y="3"/>
                    <a:pt x="281" y="2"/>
                    <a:pt x="281" y="1"/>
                  </a:cubicBezTo>
                  <a:cubicBezTo>
                    <a:pt x="281" y="0"/>
                    <a:pt x="280" y="0"/>
                    <a:pt x="279" y="0"/>
                  </a:cubicBezTo>
                  <a:cubicBezTo>
                    <a:pt x="270" y="0"/>
                    <a:pt x="270" y="0"/>
                    <a:pt x="270" y="0"/>
                  </a:cubicBezTo>
                  <a:cubicBezTo>
                    <a:pt x="269" y="0"/>
                    <a:pt x="268" y="0"/>
                    <a:pt x="268" y="1"/>
                  </a:cubicBezTo>
                  <a:cubicBezTo>
                    <a:pt x="268" y="2"/>
                    <a:pt x="269" y="3"/>
                    <a:pt x="270" y="3"/>
                  </a:cubicBezTo>
                  <a:close/>
                  <a:moveTo>
                    <a:pt x="245" y="3"/>
                  </a:moveTo>
                  <a:cubicBezTo>
                    <a:pt x="255" y="3"/>
                    <a:pt x="255" y="3"/>
                    <a:pt x="255" y="3"/>
                  </a:cubicBezTo>
                  <a:cubicBezTo>
                    <a:pt x="256" y="3"/>
                    <a:pt x="257" y="2"/>
                    <a:pt x="257" y="1"/>
                  </a:cubicBezTo>
                  <a:cubicBezTo>
                    <a:pt x="257" y="0"/>
                    <a:pt x="256" y="0"/>
                    <a:pt x="255" y="0"/>
                  </a:cubicBezTo>
                  <a:cubicBezTo>
                    <a:pt x="245" y="0"/>
                    <a:pt x="245" y="0"/>
                    <a:pt x="245" y="0"/>
                  </a:cubicBezTo>
                  <a:cubicBezTo>
                    <a:pt x="244" y="0"/>
                    <a:pt x="243" y="0"/>
                    <a:pt x="243" y="1"/>
                  </a:cubicBezTo>
                  <a:cubicBezTo>
                    <a:pt x="243" y="2"/>
                    <a:pt x="244" y="3"/>
                    <a:pt x="245" y="3"/>
                  </a:cubicBezTo>
                  <a:close/>
                  <a:moveTo>
                    <a:pt x="221" y="3"/>
                  </a:moveTo>
                  <a:cubicBezTo>
                    <a:pt x="231" y="3"/>
                    <a:pt x="231" y="3"/>
                    <a:pt x="231" y="3"/>
                  </a:cubicBezTo>
                  <a:cubicBezTo>
                    <a:pt x="232" y="3"/>
                    <a:pt x="233" y="2"/>
                    <a:pt x="233" y="1"/>
                  </a:cubicBezTo>
                  <a:cubicBezTo>
                    <a:pt x="233" y="0"/>
                    <a:pt x="232" y="0"/>
                    <a:pt x="231" y="0"/>
                  </a:cubicBezTo>
                  <a:cubicBezTo>
                    <a:pt x="221" y="0"/>
                    <a:pt x="221" y="0"/>
                    <a:pt x="221" y="0"/>
                  </a:cubicBezTo>
                  <a:cubicBezTo>
                    <a:pt x="220" y="0"/>
                    <a:pt x="219" y="0"/>
                    <a:pt x="219" y="1"/>
                  </a:cubicBezTo>
                  <a:cubicBezTo>
                    <a:pt x="219" y="2"/>
                    <a:pt x="220" y="3"/>
                    <a:pt x="221" y="3"/>
                  </a:cubicBezTo>
                  <a:close/>
                  <a:moveTo>
                    <a:pt x="197" y="3"/>
                  </a:moveTo>
                  <a:cubicBezTo>
                    <a:pt x="206" y="3"/>
                    <a:pt x="206" y="3"/>
                    <a:pt x="206" y="3"/>
                  </a:cubicBezTo>
                  <a:cubicBezTo>
                    <a:pt x="207" y="3"/>
                    <a:pt x="208" y="2"/>
                    <a:pt x="208" y="1"/>
                  </a:cubicBezTo>
                  <a:cubicBezTo>
                    <a:pt x="208" y="0"/>
                    <a:pt x="207" y="0"/>
                    <a:pt x="206" y="0"/>
                  </a:cubicBezTo>
                  <a:cubicBezTo>
                    <a:pt x="197" y="0"/>
                    <a:pt x="197" y="0"/>
                    <a:pt x="197" y="0"/>
                  </a:cubicBezTo>
                  <a:cubicBezTo>
                    <a:pt x="196" y="0"/>
                    <a:pt x="195" y="0"/>
                    <a:pt x="195" y="1"/>
                  </a:cubicBezTo>
                  <a:cubicBezTo>
                    <a:pt x="195" y="2"/>
                    <a:pt x="196" y="3"/>
                    <a:pt x="197" y="3"/>
                  </a:cubicBezTo>
                  <a:close/>
                  <a:moveTo>
                    <a:pt x="172" y="3"/>
                  </a:moveTo>
                  <a:cubicBezTo>
                    <a:pt x="182" y="3"/>
                    <a:pt x="182" y="3"/>
                    <a:pt x="182" y="3"/>
                  </a:cubicBezTo>
                  <a:cubicBezTo>
                    <a:pt x="183" y="3"/>
                    <a:pt x="184" y="2"/>
                    <a:pt x="184" y="1"/>
                  </a:cubicBezTo>
                  <a:cubicBezTo>
                    <a:pt x="184" y="0"/>
                    <a:pt x="183" y="0"/>
                    <a:pt x="182" y="0"/>
                  </a:cubicBezTo>
                  <a:cubicBezTo>
                    <a:pt x="172" y="0"/>
                    <a:pt x="172" y="0"/>
                    <a:pt x="172" y="0"/>
                  </a:cubicBezTo>
                  <a:cubicBezTo>
                    <a:pt x="171" y="0"/>
                    <a:pt x="170" y="0"/>
                    <a:pt x="170" y="1"/>
                  </a:cubicBezTo>
                  <a:cubicBezTo>
                    <a:pt x="170" y="2"/>
                    <a:pt x="171" y="3"/>
                    <a:pt x="172" y="3"/>
                  </a:cubicBezTo>
                  <a:close/>
                  <a:moveTo>
                    <a:pt x="148" y="3"/>
                  </a:moveTo>
                  <a:cubicBezTo>
                    <a:pt x="158" y="3"/>
                    <a:pt x="158" y="3"/>
                    <a:pt x="158" y="3"/>
                  </a:cubicBezTo>
                  <a:cubicBezTo>
                    <a:pt x="159" y="3"/>
                    <a:pt x="160" y="2"/>
                    <a:pt x="160" y="1"/>
                  </a:cubicBezTo>
                  <a:cubicBezTo>
                    <a:pt x="160" y="0"/>
                    <a:pt x="159" y="0"/>
                    <a:pt x="158" y="0"/>
                  </a:cubicBezTo>
                  <a:cubicBezTo>
                    <a:pt x="148" y="0"/>
                    <a:pt x="148" y="0"/>
                    <a:pt x="148" y="0"/>
                  </a:cubicBezTo>
                  <a:cubicBezTo>
                    <a:pt x="147" y="0"/>
                    <a:pt x="146" y="0"/>
                    <a:pt x="146" y="1"/>
                  </a:cubicBezTo>
                  <a:cubicBezTo>
                    <a:pt x="146" y="2"/>
                    <a:pt x="147" y="3"/>
                    <a:pt x="148" y="3"/>
                  </a:cubicBezTo>
                  <a:close/>
                  <a:moveTo>
                    <a:pt x="124" y="3"/>
                  </a:moveTo>
                  <a:cubicBezTo>
                    <a:pt x="133" y="3"/>
                    <a:pt x="133" y="3"/>
                    <a:pt x="133" y="3"/>
                  </a:cubicBezTo>
                  <a:cubicBezTo>
                    <a:pt x="134" y="3"/>
                    <a:pt x="135" y="2"/>
                    <a:pt x="135" y="1"/>
                  </a:cubicBezTo>
                  <a:cubicBezTo>
                    <a:pt x="135" y="0"/>
                    <a:pt x="134" y="0"/>
                    <a:pt x="133" y="0"/>
                  </a:cubicBezTo>
                  <a:cubicBezTo>
                    <a:pt x="124" y="0"/>
                    <a:pt x="124" y="0"/>
                    <a:pt x="124" y="0"/>
                  </a:cubicBezTo>
                  <a:cubicBezTo>
                    <a:pt x="123" y="0"/>
                    <a:pt x="122" y="0"/>
                    <a:pt x="122" y="1"/>
                  </a:cubicBezTo>
                  <a:cubicBezTo>
                    <a:pt x="122" y="2"/>
                    <a:pt x="123" y="3"/>
                    <a:pt x="124" y="3"/>
                  </a:cubicBezTo>
                  <a:close/>
                  <a:moveTo>
                    <a:pt x="99" y="3"/>
                  </a:moveTo>
                  <a:cubicBezTo>
                    <a:pt x="109" y="3"/>
                    <a:pt x="109" y="3"/>
                    <a:pt x="109" y="3"/>
                  </a:cubicBezTo>
                  <a:cubicBezTo>
                    <a:pt x="110" y="3"/>
                    <a:pt x="111" y="2"/>
                    <a:pt x="111" y="1"/>
                  </a:cubicBezTo>
                  <a:cubicBezTo>
                    <a:pt x="111" y="0"/>
                    <a:pt x="110" y="0"/>
                    <a:pt x="109" y="0"/>
                  </a:cubicBezTo>
                  <a:cubicBezTo>
                    <a:pt x="99" y="0"/>
                    <a:pt x="99" y="0"/>
                    <a:pt x="99" y="0"/>
                  </a:cubicBezTo>
                  <a:cubicBezTo>
                    <a:pt x="98" y="0"/>
                    <a:pt x="97" y="0"/>
                    <a:pt x="97" y="1"/>
                  </a:cubicBezTo>
                  <a:cubicBezTo>
                    <a:pt x="97" y="2"/>
                    <a:pt x="98" y="3"/>
                    <a:pt x="99" y="3"/>
                  </a:cubicBezTo>
                  <a:close/>
                  <a:moveTo>
                    <a:pt x="75" y="3"/>
                  </a:moveTo>
                  <a:cubicBezTo>
                    <a:pt x="85" y="3"/>
                    <a:pt x="85" y="3"/>
                    <a:pt x="85" y="3"/>
                  </a:cubicBezTo>
                  <a:cubicBezTo>
                    <a:pt x="86" y="3"/>
                    <a:pt x="87" y="2"/>
                    <a:pt x="87" y="1"/>
                  </a:cubicBezTo>
                  <a:cubicBezTo>
                    <a:pt x="87" y="0"/>
                    <a:pt x="86" y="0"/>
                    <a:pt x="85" y="0"/>
                  </a:cubicBezTo>
                  <a:cubicBezTo>
                    <a:pt x="75" y="0"/>
                    <a:pt x="75" y="0"/>
                    <a:pt x="75" y="0"/>
                  </a:cubicBezTo>
                  <a:cubicBezTo>
                    <a:pt x="74" y="0"/>
                    <a:pt x="73" y="0"/>
                    <a:pt x="73" y="1"/>
                  </a:cubicBezTo>
                  <a:cubicBezTo>
                    <a:pt x="73" y="2"/>
                    <a:pt x="74" y="3"/>
                    <a:pt x="75" y="3"/>
                  </a:cubicBezTo>
                  <a:close/>
                  <a:moveTo>
                    <a:pt x="51" y="3"/>
                  </a:moveTo>
                  <a:cubicBezTo>
                    <a:pt x="60" y="3"/>
                    <a:pt x="60" y="3"/>
                    <a:pt x="60" y="3"/>
                  </a:cubicBezTo>
                  <a:cubicBezTo>
                    <a:pt x="61" y="3"/>
                    <a:pt x="62" y="2"/>
                    <a:pt x="62" y="1"/>
                  </a:cubicBezTo>
                  <a:cubicBezTo>
                    <a:pt x="62" y="0"/>
                    <a:pt x="61" y="0"/>
                    <a:pt x="60" y="0"/>
                  </a:cubicBezTo>
                  <a:cubicBezTo>
                    <a:pt x="51" y="0"/>
                    <a:pt x="51" y="0"/>
                    <a:pt x="51" y="0"/>
                  </a:cubicBezTo>
                  <a:cubicBezTo>
                    <a:pt x="50" y="0"/>
                    <a:pt x="49" y="0"/>
                    <a:pt x="49" y="1"/>
                  </a:cubicBezTo>
                  <a:cubicBezTo>
                    <a:pt x="49" y="2"/>
                    <a:pt x="50" y="3"/>
                    <a:pt x="51" y="3"/>
                  </a:cubicBezTo>
                  <a:close/>
                  <a:moveTo>
                    <a:pt x="26" y="3"/>
                  </a:moveTo>
                  <a:cubicBezTo>
                    <a:pt x="36" y="3"/>
                    <a:pt x="36" y="3"/>
                    <a:pt x="36" y="3"/>
                  </a:cubicBezTo>
                  <a:cubicBezTo>
                    <a:pt x="37" y="3"/>
                    <a:pt x="38" y="2"/>
                    <a:pt x="38" y="1"/>
                  </a:cubicBezTo>
                  <a:cubicBezTo>
                    <a:pt x="38" y="0"/>
                    <a:pt x="37" y="0"/>
                    <a:pt x="36" y="0"/>
                  </a:cubicBezTo>
                  <a:cubicBezTo>
                    <a:pt x="26" y="0"/>
                    <a:pt x="26" y="0"/>
                    <a:pt x="26" y="0"/>
                  </a:cubicBezTo>
                  <a:cubicBezTo>
                    <a:pt x="25" y="0"/>
                    <a:pt x="24" y="0"/>
                    <a:pt x="24" y="1"/>
                  </a:cubicBezTo>
                  <a:cubicBezTo>
                    <a:pt x="24" y="2"/>
                    <a:pt x="25" y="3"/>
                    <a:pt x="26" y="3"/>
                  </a:cubicBezTo>
                  <a:close/>
                  <a:moveTo>
                    <a:pt x="2" y="3"/>
                  </a:moveTo>
                  <a:cubicBezTo>
                    <a:pt x="12" y="3"/>
                    <a:pt x="12" y="3"/>
                    <a:pt x="12" y="3"/>
                  </a:cubicBezTo>
                  <a:cubicBezTo>
                    <a:pt x="13" y="3"/>
                    <a:pt x="14" y="2"/>
                    <a:pt x="14" y="1"/>
                  </a:cubicBezTo>
                  <a:cubicBezTo>
                    <a:pt x="14" y="0"/>
                    <a:pt x="13" y="0"/>
                    <a:pt x="12" y="0"/>
                  </a:cubicBezTo>
                  <a:cubicBezTo>
                    <a:pt x="2" y="0"/>
                    <a:pt x="2" y="0"/>
                    <a:pt x="2" y="0"/>
                  </a:cubicBezTo>
                  <a:cubicBezTo>
                    <a:pt x="1" y="0"/>
                    <a:pt x="0" y="0"/>
                    <a:pt x="0" y="1"/>
                  </a:cubicBezTo>
                  <a:cubicBezTo>
                    <a:pt x="0" y="2"/>
                    <a:pt x="1" y="3"/>
                    <a:pt x="2"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185;p33"/>
            <p:cNvSpPr/>
            <p:nvPr/>
          </p:nvSpPr>
          <p:spPr>
            <a:xfrm>
              <a:off x="4056480" y="1599480"/>
              <a:ext cx="21600" cy="20520"/>
            </a:xfrm>
            <a:custGeom>
              <a:avLst/>
              <a:gdLst>
                <a:gd name="textAreaLeft" fmla="*/ 0 w 21600"/>
                <a:gd name="textAreaRight" fmla="*/ 21960 w 21600"/>
                <a:gd name="textAreaTop" fmla="*/ 0 h 20520"/>
                <a:gd name="textAreaBottom" fmla="*/ 20880 h 20520"/>
              </a:gdLst>
              <a:ahLst/>
              <a:cxnLst/>
              <a:rect l="textAreaLeft" t="textAreaTop" r="textAreaRight" b="textAreaBottom"/>
              <a:pathLst>
                <a:path w="9" h="8">
                  <a:moveTo>
                    <a:pt x="2" y="3"/>
                  </a:moveTo>
                  <a:cubicBezTo>
                    <a:pt x="5" y="3"/>
                    <a:pt x="5" y="3"/>
                    <a:pt x="5" y="3"/>
                  </a:cubicBezTo>
                  <a:cubicBezTo>
                    <a:pt x="5" y="6"/>
                    <a:pt x="5" y="6"/>
                    <a:pt x="5" y="6"/>
                  </a:cubicBezTo>
                  <a:cubicBezTo>
                    <a:pt x="5" y="7"/>
                    <a:pt x="6" y="8"/>
                    <a:pt x="7" y="8"/>
                  </a:cubicBezTo>
                  <a:cubicBezTo>
                    <a:pt x="8" y="8"/>
                    <a:pt x="9" y="7"/>
                    <a:pt x="9" y="6"/>
                  </a:cubicBezTo>
                  <a:cubicBezTo>
                    <a:pt x="9" y="1"/>
                    <a:pt x="9" y="1"/>
                    <a:pt x="9" y="1"/>
                  </a:cubicBezTo>
                  <a:cubicBezTo>
                    <a:pt x="9" y="1"/>
                    <a:pt x="8" y="0"/>
                    <a:pt x="8" y="0"/>
                  </a:cubicBezTo>
                  <a:cubicBezTo>
                    <a:pt x="8" y="0"/>
                    <a:pt x="7" y="0"/>
                    <a:pt x="7" y="0"/>
                  </a:cubicBezTo>
                  <a:cubicBezTo>
                    <a:pt x="2" y="0"/>
                    <a:pt x="2" y="0"/>
                    <a:pt x="2" y="0"/>
                  </a:cubicBezTo>
                  <a:cubicBezTo>
                    <a:pt x="1" y="0"/>
                    <a:pt x="0" y="0"/>
                    <a:pt x="0" y="1"/>
                  </a:cubicBezTo>
                  <a:cubicBezTo>
                    <a:pt x="0" y="2"/>
                    <a:pt x="1" y="3"/>
                    <a:pt x="2" y="3"/>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186;p33"/>
            <p:cNvSpPr/>
            <p:nvPr/>
          </p:nvSpPr>
          <p:spPr>
            <a:xfrm>
              <a:off x="4069440" y="1644840"/>
              <a:ext cx="8640" cy="975600"/>
            </a:xfrm>
            <a:custGeom>
              <a:avLst/>
              <a:gdLst>
                <a:gd name="textAreaLeft" fmla="*/ 0 w 8640"/>
                <a:gd name="textAreaRight" fmla="*/ 9000 w 8640"/>
                <a:gd name="textAreaTop" fmla="*/ 0 h 975600"/>
                <a:gd name="textAreaBottom" fmla="*/ 975960 h 975600"/>
              </a:gdLst>
              <a:ahLst/>
              <a:cxnLst/>
              <a:rect l="textAreaLeft" t="textAreaTop" r="textAreaRight" b="textAreaBottom"/>
              <a:pathLst>
                <a:path w="4" h="387">
                  <a:moveTo>
                    <a:pt x="0" y="375"/>
                  </a:moveTo>
                  <a:cubicBezTo>
                    <a:pt x="0" y="385"/>
                    <a:pt x="0" y="385"/>
                    <a:pt x="0" y="385"/>
                  </a:cubicBezTo>
                  <a:cubicBezTo>
                    <a:pt x="0" y="386"/>
                    <a:pt x="1" y="387"/>
                    <a:pt x="2" y="387"/>
                  </a:cubicBezTo>
                  <a:cubicBezTo>
                    <a:pt x="3" y="387"/>
                    <a:pt x="4" y="386"/>
                    <a:pt x="4" y="385"/>
                  </a:cubicBezTo>
                  <a:cubicBezTo>
                    <a:pt x="4" y="375"/>
                    <a:pt x="4" y="375"/>
                    <a:pt x="4" y="375"/>
                  </a:cubicBezTo>
                  <a:cubicBezTo>
                    <a:pt x="4" y="374"/>
                    <a:pt x="3" y="374"/>
                    <a:pt x="2" y="374"/>
                  </a:cubicBezTo>
                  <a:cubicBezTo>
                    <a:pt x="1" y="374"/>
                    <a:pt x="0" y="374"/>
                    <a:pt x="0" y="375"/>
                  </a:cubicBezTo>
                  <a:close/>
                  <a:moveTo>
                    <a:pt x="0" y="352"/>
                  </a:moveTo>
                  <a:cubicBezTo>
                    <a:pt x="0" y="361"/>
                    <a:pt x="0" y="361"/>
                    <a:pt x="0" y="361"/>
                  </a:cubicBezTo>
                  <a:cubicBezTo>
                    <a:pt x="0" y="362"/>
                    <a:pt x="1" y="363"/>
                    <a:pt x="2" y="363"/>
                  </a:cubicBezTo>
                  <a:cubicBezTo>
                    <a:pt x="3" y="363"/>
                    <a:pt x="4" y="362"/>
                    <a:pt x="4" y="361"/>
                  </a:cubicBezTo>
                  <a:cubicBezTo>
                    <a:pt x="4" y="352"/>
                    <a:pt x="4" y="352"/>
                    <a:pt x="4" y="352"/>
                  </a:cubicBezTo>
                  <a:cubicBezTo>
                    <a:pt x="4" y="351"/>
                    <a:pt x="3" y="350"/>
                    <a:pt x="2" y="350"/>
                  </a:cubicBezTo>
                  <a:cubicBezTo>
                    <a:pt x="1" y="350"/>
                    <a:pt x="0" y="351"/>
                    <a:pt x="0" y="352"/>
                  </a:cubicBezTo>
                  <a:close/>
                  <a:moveTo>
                    <a:pt x="0" y="329"/>
                  </a:moveTo>
                  <a:cubicBezTo>
                    <a:pt x="0" y="338"/>
                    <a:pt x="0" y="338"/>
                    <a:pt x="0" y="338"/>
                  </a:cubicBezTo>
                  <a:cubicBezTo>
                    <a:pt x="0" y="339"/>
                    <a:pt x="1" y="340"/>
                    <a:pt x="2" y="340"/>
                  </a:cubicBezTo>
                  <a:cubicBezTo>
                    <a:pt x="3" y="340"/>
                    <a:pt x="4" y="339"/>
                    <a:pt x="4" y="338"/>
                  </a:cubicBezTo>
                  <a:cubicBezTo>
                    <a:pt x="4" y="329"/>
                    <a:pt x="4" y="329"/>
                    <a:pt x="4" y="329"/>
                  </a:cubicBezTo>
                  <a:cubicBezTo>
                    <a:pt x="4" y="328"/>
                    <a:pt x="3" y="327"/>
                    <a:pt x="2" y="327"/>
                  </a:cubicBezTo>
                  <a:cubicBezTo>
                    <a:pt x="1" y="327"/>
                    <a:pt x="0" y="328"/>
                    <a:pt x="0" y="329"/>
                  </a:cubicBezTo>
                  <a:close/>
                  <a:moveTo>
                    <a:pt x="0" y="305"/>
                  </a:moveTo>
                  <a:cubicBezTo>
                    <a:pt x="0" y="315"/>
                    <a:pt x="0" y="315"/>
                    <a:pt x="0" y="315"/>
                  </a:cubicBezTo>
                  <a:cubicBezTo>
                    <a:pt x="0" y="316"/>
                    <a:pt x="1" y="317"/>
                    <a:pt x="2" y="317"/>
                  </a:cubicBezTo>
                  <a:cubicBezTo>
                    <a:pt x="3" y="317"/>
                    <a:pt x="4" y="316"/>
                    <a:pt x="4" y="315"/>
                  </a:cubicBezTo>
                  <a:cubicBezTo>
                    <a:pt x="4" y="305"/>
                    <a:pt x="4" y="305"/>
                    <a:pt x="4" y="305"/>
                  </a:cubicBezTo>
                  <a:cubicBezTo>
                    <a:pt x="4" y="304"/>
                    <a:pt x="3" y="304"/>
                    <a:pt x="2" y="304"/>
                  </a:cubicBezTo>
                  <a:cubicBezTo>
                    <a:pt x="1" y="304"/>
                    <a:pt x="0" y="304"/>
                    <a:pt x="0" y="305"/>
                  </a:cubicBezTo>
                  <a:close/>
                  <a:moveTo>
                    <a:pt x="0" y="282"/>
                  </a:moveTo>
                  <a:cubicBezTo>
                    <a:pt x="0" y="291"/>
                    <a:pt x="0" y="291"/>
                    <a:pt x="0" y="291"/>
                  </a:cubicBezTo>
                  <a:cubicBezTo>
                    <a:pt x="0" y="292"/>
                    <a:pt x="1" y="293"/>
                    <a:pt x="2" y="293"/>
                  </a:cubicBezTo>
                  <a:cubicBezTo>
                    <a:pt x="3" y="293"/>
                    <a:pt x="4" y="292"/>
                    <a:pt x="4" y="291"/>
                  </a:cubicBezTo>
                  <a:cubicBezTo>
                    <a:pt x="4" y="282"/>
                    <a:pt x="4" y="282"/>
                    <a:pt x="4" y="282"/>
                  </a:cubicBezTo>
                  <a:cubicBezTo>
                    <a:pt x="4" y="281"/>
                    <a:pt x="3" y="280"/>
                    <a:pt x="2" y="280"/>
                  </a:cubicBezTo>
                  <a:cubicBezTo>
                    <a:pt x="1" y="280"/>
                    <a:pt x="0" y="281"/>
                    <a:pt x="0" y="282"/>
                  </a:cubicBezTo>
                  <a:close/>
                  <a:moveTo>
                    <a:pt x="0" y="259"/>
                  </a:moveTo>
                  <a:cubicBezTo>
                    <a:pt x="0" y="268"/>
                    <a:pt x="0" y="268"/>
                    <a:pt x="0" y="268"/>
                  </a:cubicBezTo>
                  <a:cubicBezTo>
                    <a:pt x="0" y="269"/>
                    <a:pt x="1" y="270"/>
                    <a:pt x="2" y="270"/>
                  </a:cubicBezTo>
                  <a:cubicBezTo>
                    <a:pt x="3" y="270"/>
                    <a:pt x="4" y="269"/>
                    <a:pt x="4" y="268"/>
                  </a:cubicBezTo>
                  <a:cubicBezTo>
                    <a:pt x="4" y="259"/>
                    <a:pt x="4" y="259"/>
                    <a:pt x="4" y="259"/>
                  </a:cubicBezTo>
                  <a:cubicBezTo>
                    <a:pt x="4" y="258"/>
                    <a:pt x="3" y="257"/>
                    <a:pt x="2" y="257"/>
                  </a:cubicBezTo>
                  <a:cubicBezTo>
                    <a:pt x="1" y="257"/>
                    <a:pt x="0" y="258"/>
                    <a:pt x="0" y="259"/>
                  </a:cubicBezTo>
                  <a:close/>
                  <a:moveTo>
                    <a:pt x="0" y="235"/>
                  </a:moveTo>
                  <a:cubicBezTo>
                    <a:pt x="0" y="245"/>
                    <a:pt x="0" y="245"/>
                    <a:pt x="0" y="245"/>
                  </a:cubicBezTo>
                  <a:cubicBezTo>
                    <a:pt x="0" y="246"/>
                    <a:pt x="1" y="247"/>
                    <a:pt x="2" y="247"/>
                  </a:cubicBezTo>
                  <a:cubicBezTo>
                    <a:pt x="3" y="247"/>
                    <a:pt x="4" y="246"/>
                    <a:pt x="4" y="245"/>
                  </a:cubicBezTo>
                  <a:cubicBezTo>
                    <a:pt x="4" y="235"/>
                    <a:pt x="4" y="235"/>
                    <a:pt x="4" y="235"/>
                  </a:cubicBezTo>
                  <a:cubicBezTo>
                    <a:pt x="4" y="234"/>
                    <a:pt x="3" y="234"/>
                    <a:pt x="2" y="234"/>
                  </a:cubicBezTo>
                  <a:cubicBezTo>
                    <a:pt x="1" y="234"/>
                    <a:pt x="0" y="234"/>
                    <a:pt x="0" y="235"/>
                  </a:cubicBezTo>
                  <a:close/>
                  <a:moveTo>
                    <a:pt x="0" y="212"/>
                  </a:moveTo>
                  <a:cubicBezTo>
                    <a:pt x="0" y="221"/>
                    <a:pt x="0" y="221"/>
                    <a:pt x="0" y="221"/>
                  </a:cubicBezTo>
                  <a:cubicBezTo>
                    <a:pt x="0" y="222"/>
                    <a:pt x="1" y="223"/>
                    <a:pt x="2" y="223"/>
                  </a:cubicBezTo>
                  <a:cubicBezTo>
                    <a:pt x="3" y="223"/>
                    <a:pt x="4" y="222"/>
                    <a:pt x="4" y="221"/>
                  </a:cubicBezTo>
                  <a:cubicBezTo>
                    <a:pt x="4" y="212"/>
                    <a:pt x="4" y="212"/>
                    <a:pt x="4" y="212"/>
                  </a:cubicBezTo>
                  <a:cubicBezTo>
                    <a:pt x="4" y="211"/>
                    <a:pt x="3" y="210"/>
                    <a:pt x="2" y="210"/>
                  </a:cubicBezTo>
                  <a:cubicBezTo>
                    <a:pt x="1" y="210"/>
                    <a:pt x="0" y="211"/>
                    <a:pt x="0" y="212"/>
                  </a:cubicBezTo>
                  <a:close/>
                  <a:moveTo>
                    <a:pt x="0" y="189"/>
                  </a:moveTo>
                  <a:cubicBezTo>
                    <a:pt x="0" y="198"/>
                    <a:pt x="0" y="198"/>
                    <a:pt x="0" y="198"/>
                  </a:cubicBezTo>
                  <a:cubicBezTo>
                    <a:pt x="0" y="199"/>
                    <a:pt x="1" y="200"/>
                    <a:pt x="2" y="200"/>
                  </a:cubicBezTo>
                  <a:cubicBezTo>
                    <a:pt x="3" y="200"/>
                    <a:pt x="4" y="199"/>
                    <a:pt x="4" y="198"/>
                  </a:cubicBezTo>
                  <a:cubicBezTo>
                    <a:pt x="4" y="189"/>
                    <a:pt x="4" y="189"/>
                    <a:pt x="4" y="189"/>
                  </a:cubicBezTo>
                  <a:cubicBezTo>
                    <a:pt x="4" y="188"/>
                    <a:pt x="3" y="187"/>
                    <a:pt x="2" y="187"/>
                  </a:cubicBezTo>
                  <a:cubicBezTo>
                    <a:pt x="1" y="187"/>
                    <a:pt x="0" y="188"/>
                    <a:pt x="0" y="189"/>
                  </a:cubicBezTo>
                  <a:close/>
                  <a:moveTo>
                    <a:pt x="0" y="165"/>
                  </a:moveTo>
                  <a:cubicBezTo>
                    <a:pt x="0" y="175"/>
                    <a:pt x="0" y="175"/>
                    <a:pt x="0" y="175"/>
                  </a:cubicBezTo>
                  <a:cubicBezTo>
                    <a:pt x="0" y="176"/>
                    <a:pt x="1" y="177"/>
                    <a:pt x="2" y="177"/>
                  </a:cubicBezTo>
                  <a:cubicBezTo>
                    <a:pt x="3" y="177"/>
                    <a:pt x="4" y="176"/>
                    <a:pt x="4" y="175"/>
                  </a:cubicBezTo>
                  <a:cubicBezTo>
                    <a:pt x="4" y="165"/>
                    <a:pt x="4" y="165"/>
                    <a:pt x="4" y="165"/>
                  </a:cubicBezTo>
                  <a:cubicBezTo>
                    <a:pt x="4" y="164"/>
                    <a:pt x="3" y="164"/>
                    <a:pt x="2" y="164"/>
                  </a:cubicBezTo>
                  <a:cubicBezTo>
                    <a:pt x="1" y="164"/>
                    <a:pt x="0" y="164"/>
                    <a:pt x="0" y="165"/>
                  </a:cubicBezTo>
                  <a:close/>
                  <a:moveTo>
                    <a:pt x="0" y="142"/>
                  </a:moveTo>
                  <a:cubicBezTo>
                    <a:pt x="0" y="151"/>
                    <a:pt x="0" y="151"/>
                    <a:pt x="0" y="151"/>
                  </a:cubicBezTo>
                  <a:cubicBezTo>
                    <a:pt x="0" y="153"/>
                    <a:pt x="1" y="153"/>
                    <a:pt x="2" y="153"/>
                  </a:cubicBezTo>
                  <a:cubicBezTo>
                    <a:pt x="3" y="153"/>
                    <a:pt x="4" y="153"/>
                    <a:pt x="4" y="151"/>
                  </a:cubicBezTo>
                  <a:cubicBezTo>
                    <a:pt x="4" y="142"/>
                    <a:pt x="4" y="142"/>
                    <a:pt x="4" y="142"/>
                  </a:cubicBezTo>
                  <a:cubicBezTo>
                    <a:pt x="4" y="141"/>
                    <a:pt x="3" y="140"/>
                    <a:pt x="2" y="140"/>
                  </a:cubicBezTo>
                  <a:cubicBezTo>
                    <a:pt x="1" y="140"/>
                    <a:pt x="0" y="141"/>
                    <a:pt x="0" y="142"/>
                  </a:cubicBezTo>
                  <a:close/>
                  <a:moveTo>
                    <a:pt x="0" y="119"/>
                  </a:moveTo>
                  <a:cubicBezTo>
                    <a:pt x="0" y="128"/>
                    <a:pt x="0" y="128"/>
                    <a:pt x="0" y="128"/>
                  </a:cubicBezTo>
                  <a:cubicBezTo>
                    <a:pt x="0" y="129"/>
                    <a:pt x="1" y="130"/>
                    <a:pt x="2" y="130"/>
                  </a:cubicBezTo>
                  <a:cubicBezTo>
                    <a:pt x="3" y="130"/>
                    <a:pt x="4" y="129"/>
                    <a:pt x="4" y="128"/>
                  </a:cubicBezTo>
                  <a:cubicBezTo>
                    <a:pt x="4" y="119"/>
                    <a:pt x="4" y="119"/>
                    <a:pt x="4" y="119"/>
                  </a:cubicBezTo>
                  <a:cubicBezTo>
                    <a:pt x="4" y="118"/>
                    <a:pt x="3" y="117"/>
                    <a:pt x="2" y="117"/>
                  </a:cubicBezTo>
                  <a:cubicBezTo>
                    <a:pt x="1" y="117"/>
                    <a:pt x="0" y="118"/>
                    <a:pt x="0" y="119"/>
                  </a:cubicBezTo>
                  <a:close/>
                  <a:moveTo>
                    <a:pt x="0" y="95"/>
                  </a:moveTo>
                  <a:cubicBezTo>
                    <a:pt x="0" y="105"/>
                    <a:pt x="0" y="105"/>
                    <a:pt x="0" y="105"/>
                  </a:cubicBezTo>
                  <a:cubicBezTo>
                    <a:pt x="0" y="106"/>
                    <a:pt x="1" y="107"/>
                    <a:pt x="2" y="107"/>
                  </a:cubicBezTo>
                  <a:cubicBezTo>
                    <a:pt x="3" y="107"/>
                    <a:pt x="4" y="106"/>
                    <a:pt x="4" y="105"/>
                  </a:cubicBezTo>
                  <a:cubicBezTo>
                    <a:pt x="4" y="95"/>
                    <a:pt x="4" y="95"/>
                    <a:pt x="4" y="95"/>
                  </a:cubicBezTo>
                  <a:cubicBezTo>
                    <a:pt x="4" y="94"/>
                    <a:pt x="3" y="94"/>
                    <a:pt x="2" y="94"/>
                  </a:cubicBezTo>
                  <a:cubicBezTo>
                    <a:pt x="1" y="94"/>
                    <a:pt x="0" y="94"/>
                    <a:pt x="0" y="95"/>
                  </a:cubicBezTo>
                  <a:close/>
                  <a:moveTo>
                    <a:pt x="0" y="72"/>
                  </a:moveTo>
                  <a:cubicBezTo>
                    <a:pt x="0" y="81"/>
                    <a:pt x="0" y="81"/>
                    <a:pt x="0" y="81"/>
                  </a:cubicBezTo>
                  <a:cubicBezTo>
                    <a:pt x="0" y="83"/>
                    <a:pt x="1" y="83"/>
                    <a:pt x="2" y="83"/>
                  </a:cubicBezTo>
                  <a:cubicBezTo>
                    <a:pt x="3" y="83"/>
                    <a:pt x="4" y="83"/>
                    <a:pt x="4" y="81"/>
                  </a:cubicBezTo>
                  <a:cubicBezTo>
                    <a:pt x="4" y="72"/>
                    <a:pt x="4" y="72"/>
                    <a:pt x="4" y="72"/>
                  </a:cubicBezTo>
                  <a:cubicBezTo>
                    <a:pt x="4" y="71"/>
                    <a:pt x="3" y="70"/>
                    <a:pt x="2" y="70"/>
                  </a:cubicBezTo>
                  <a:cubicBezTo>
                    <a:pt x="1" y="70"/>
                    <a:pt x="0" y="71"/>
                    <a:pt x="0" y="72"/>
                  </a:cubicBezTo>
                  <a:close/>
                  <a:moveTo>
                    <a:pt x="0" y="49"/>
                  </a:moveTo>
                  <a:cubicBezTo>
                    <a:pt x="0" y="58"/>
                    <a:pt x="0" y="58"/>
                    <a:pt x="0" y="58"/>
                  </a:cubicBezTo>
                  <a:cubicBezTo>
                    <a:pt x="0" y="59"/>
                    <a:pt x="1" y="60"/>
                    <a:pt x="2" y="60"/>
                  </a:cubicBezTo>
                  <a:cubicBezTo>
                    <a:pt x="3" y="60"/>
                    <a:pt x="4" y="59"/>
                    <a:pt x="4" y="58"/>
                  </a:cubicBezTo>
                  <a:cubicBezTo>
                    <a:pt x="4" y="49"/>
                    <a:pt x="4" y="49"/>
                    <a:pt x="4" y="49"/>
                  </a:cubicBezTo>
                  <a:cubicBezTo>
                    <a:pt x="4" y="48"/>
                    <a:pt x="3" y="47"/>
                    <a:pt x="2" y="47"/>
                  </a:cubicBezTo>
                  <a:cubicBezTo>
                    <a:pt x="1" y="47"/>
                    <a:pt x="0" y="48"/>
                    <a:pt x="0" y="49"/>
                  </a:cubicBezTo>
                  <a:close/>
                  <a:moveTo>
                    <a:pt x="0" y="25"/>
                  </a:moveTo>
                  <a:cubicBezTo>
                    <a:pt x="0" y="35"/>
                    <a:pt x="0" y="35"/>
                    <a:pt x="0" y="35"/>
                  </a:cubicBezTo>
                  <a:cubicBezTo>
                    <a:pt x="0" y="36"/>
                    <a:pt x="1" y="37"/>
                    <a:pt x="2" y="37"/>
                  </a:cubicBezTo>
                  <a:cubicBezTo>
                    <a:pt x="3" y="37"/>
                    <a:pt x="4" y="36"/>
                    <a:pt x="4" y="35"/>
                  </a:cubicBezTo>
                  <a:cubicBezTo>
                    <a:pt x="4" y="25"/>
                    <a:pt x="4" y="25"/>
                    <a:pt x="4" y="25"/>
                  </a:cubicBezTo>
                  <a:cubicBezTo>
                    <a:pt x="4" y="24"/>
                    <a:pt x="3" y="24"/>
                    <a:pt x="2" y="24"/>
                  </a:cubicBezTo>
                  <a:cubicBezTo>
                    <a:pt x="1" y="24"/>
                    <a:pt x="0" y="24"/>
                    <a:pt x="0" y="25"/>
                  </a:cubicBezTo>
                  <a:close/>
                  <a:moveTo>
                    <a:pt x="0" y="2"/>
                  </a:moveTo>
                  <a:cubicBezTo>
                    <a:pt x="0" y="11"/>
                    <a:pt x="0" y="11"/>
                    <a:pt x="0" y="11"/>
                  </a:cubicBezTo>
                  <a:cubicBezTo>
                    <a:pt x="0" y="13"/>
                    <a:pt x="1" y="13"/>
                    <a:pt x="2" y="13"/>
                  </a:cubicBezTo>
                  <a:cubicBezTo>
                    <a:pt x="3" y="13"/>
                    <a:pt x="4" y="13"/>
                    <a:pt x="4" y="11"/>
                  </a:cubicBezTo>
                  <a:cubicBezTo>
                    <a:pt x="4" y="2"/>
                    <a:pt x="4" y="2"/>
                    <a:pt x="4" y="2"/>
                  </a:cubicBezTo>
                  <a:cubicBezTo>
                    <a:pt x="4" y="1"/>
                    <a:pt x="3" y="0"/>
                    <a:pt x="2" y="0"/>
                  </a:cubicBezTo>
                  <a:cubicBezTo>
                    <a:pt x="1" y="0"/>
                    <a:pt x="0" y="1"/>
                    <a:pt x="0" y="2"/>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187;p33"/>
            <p:cNvSpPr/>
            <p:nvPr/>
          </p:nvSpPr>
          <p:spPr>
            <a:xfrm>
              <a:off x="2865960" y="155664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188;p33"/>
            <p:cNvSpPr/>
            <p:nvPr/>
          </p:nvSpPr>
          <p:spPr>
            <a:xfrm>
              <a:off x="4026600" y="1556640"/>
              <a:ext cx="9072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189;p33"/>
            <p:cNvSpPr/>
            <p:nvPr/>
          </p:nvSpPr>
          <p:spPr>
            <a:xfrm>
              <a:off x="2865960" y="261576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17" name="Google Shape;1190;p33"/>
            <p:cNvGrpSpPr/>
            <p:nvPr/>
          </p:nvGrpSpPr>
          <p:grpSpPr>
            <a:xfrm>
              <a:off x="3418200" y="2260440"/>
              <a:ext cx="893880" cy="1905120"/>
              <a:chOff x="3418200" y="2260440"/>
              <a:chExt cx="893880" cy="1905120"/>
            </a:xfrm>
          </p:grpSpPr>
          <p:sp>
            <p:nvSpPr>
              <p:cNvPr id="918" name="Google Shape;1191;p33"/>
              <p:cNvSpPr/>
              <p:nvPr/>
            </p:nvSpPr>
            <p:spPr>
              <a:xfrm>
                <a:off x="3418200" y="335844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119" y="106"/>
                    </a:moveTo>
                    <a:cubicBezTo>
                      <a:pt x="119" y="106"/>
                      <a:pt x="77" y="157"/>
                      <a:pt x="79" y="250"/>
                    </a:cubicBezTo>
                    <a:cubicBezTo>
                      <a:pt x="79" y="257"/>
                      <a:pt x="74" y="262"/>
                      <a:pt x="68" y="262"/>
                    </a:cubicBezTo>
                    <a:cubicBezTo>
                      <a:pt x="68" y="262"/>
                      <a:pt x="68" y="262"/>
                      <a:pt x="68" y="262"/>
                    </a:cubicBezTo>
                    <a:cubicBezTo>
                      <a:pt x="63" y="262"/>
                      <a:pt x="59" y="260"/>
                      <a:pt x="57" y="256"/>
                    </a:cubicBezTo>
                    <a:cubicBezTo>
                      <a:pt x="50" y="240"/>
                      <a:pt x="30" y="199"/>
                      <a:pt x="17" y="157"/>
                    </a:cubicBezTo>
                    <a:cubicBezTo>
                      <a:pt x="0" y="105"/>
                      <a:pt x="93" y="0"/>
                      <a:pt x="93" y="0"/>
                    </a:cubicBezTo>
                    <a:lnTo>
                      <a:pt x="119"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9" name="Google Shape;1192;p33"/>
              <p:cNvSpPr/>
              <p:nvPr/>
            </p:nvSpPr>
            <p:spPr>
              <a:xfrm>
                <a:off x="3945240" y="335844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0" y="106"/>
                    </a:moveTo>
                    <a:cubicBezTo>
                      <a:pt x="0" y="106"/>
                      <a:pt x="43" y="157"/>
                      <a:pt x="40" y="250"/>
                    </a:cubicBezTo>
                    <a:cubicBezTo>
                      <a:pt x="40" y="257"/>
                      <a:pt x="45" y="262"/>
                      <a:pt x="52" y="262"/>
                    </a:cubicBezTo>
                    <a:cubicBezTo>
                      <a:pt x="52" y="262"/>
                      <a:pt x="52" y="262"/>
                      <a:pt x="52" y="262"/>
                    </a:cubicBezTo>
                    <a:cubicBezTo>
                      <a:pt x="56" y="262"/>
                      <a:pt x="60" y="260"/>
                      <a:pt x="62" y="256"/>
                    </a:cubicBezTo>
                    <a:cubicBezTo>
                      <a:pt x="69" y="240"/>
                      <a:pt x="89" y="199"/>
                      <a:pt x="102" y="157"/>
                    </a:cubicBezTo>
                    <a:cubicBezTo>
                      <a:pt x="119" y="105"/>
                      <a:pt x="26" y="0"/>
                      <a:pt x="26" y="0"/>
                    </a:cubicBezTo>
                    <a:lnTo>
                      <a:pt x="0"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0" name="Google Shape;1193;p33"/>
              <p:cNvSpPr/>
              <p:nvPr/>
            </p:nvSpPr>
            <p:spPr>
              <a:xfrm>
                <a:off x="3646800" y="2260440"/>
                <a:ext cx="437040" cy="1535040"/>
              </a:xfrm>
              <a:custGeom>
                <a:avLst/>
                <a:gdLst>
                  <a:gd name="textAreaLeft" fmla="*/ 0 w 437040"/>
                  <a:gd name="textAreaRight" fmla="*/ 437400 w 437040"/>
                  <a:gd name="textAreaTop" fmla="*/ 0 h 1535040"/>
                  <a:gd name="textAreaBottom" fmla="*/ 1535400 h 1535040"/>
                </a:gdLst>
                <a:ahLst/>
                <a:cxnLst/>
                <a:rect l="textAreaLeft" t="textAreaTop" r="textAreaRight" b="textAreaBottom"/>
                <a:pathLst>
                  <a:path w="142" h="498">
                    <a:moveTo>
                      <a:pt x="78" y="6"/>
                    </a:moveTo>
                    <a:cubicBezTo>
                      <a:pt x="75" y="0"/>
                      <a:pt x="67" y="0"/>
                      <a:pt x="64" y="6"/>
                    </a:cubicBezTo>
                    <a:cubicBezTo>
                      <a:pt x="46" y="43"/>
                      <a:pt x="0" y="147"/>
                      <a:pt x="0" y="236"/>
                    </a:cubicBezTo>
                    <a:cubicBezTo>
                      <a:pt x="0" y="347"/>
                      <a:pt x="43" y="492"/>
                      <a:pt x="43" y="492"/>
                    </a:cubicBezTo>
                    <a:cubicBezTo>
                      <a:pt x="61" y="498"/>
                      <a:pt x="81" y="498"/>
                      <a:pt x="99" y="492"/>
                    </a:cubicBezTo>
                    <a:cubicBezTo>
                      <a:pt x="99" y="492"/>
                      <a:pt x="142" y="347"/>
                      <a:pt x="142" y="236"/>
                    </a:cubicBezTo>
                    <a:cubicBezTo>
                      <a:pt x="142" y="147"/>
                      <a:pt x="96" y="43"/>
                      <a:pt x="78" y="6"/>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1" name="Google Shape;1194;p33"/>
              <p:cNvSpPr/>
              <p:nvPr/>
            </p:nvSpPr>
            <p:spPr>
              <a:xfrm>
                <a:off x="3763440" y="3715560"/>
                <a:ext cx="205920" cy="80280"/>
              </a:xfrm>
              <a:custGeom>
                <a:avLst/>
                <a:gdLst>
                  <a:gd name="textAreaLeft" fmla="*/ 0 w 205920"/>
                  <a:gd name="textAreaRight" fmla="*/ 206280 w 205920"/>
                  <a:gd name="textAreaTop" fmla="*/ 0 h 80280"/>
                  <a:gd name="textAreaBottom" fmla="*/ 80640 h 80280"/>
                </a:gdLst>
                <a:ahLst/>
                <a:cxnLst/>
                <a:rect l="textAreaLeft" t="textAreaTop" r="textAreaRight" b="textAreaBottom"/>
                <a:pathLst>
                  <a:path w="67" h="26">
                    <a:moveTo>
                      <a:pt x="0" y="0"/>
                    </a:moveTo>
                    <a:cubicBezTo>
                      <a:pt x="3" y="13"/>
                      <a:pt x="5" y="20"/>
                      <a:pt x="5" y="20"/>
                    </a:cubicBezTo>
                    <a:cubicBezTo>
                      <a:pt x="23" y="26"/>
                      <a:pt x="43" y="26"/>
                      <a:pt x="61" y="20"/>
                    </a:cubicBezTo>
                    <a:cubicBezTo>
                      <a:pt x="61" y="20"/>
                      <a:pt x="63" y="13"/>
                      <a:pt x="67" y="0"/>
                    </a:cubicBezTo>
                    <a:cubicBezTo>
                      <a:pt x="45" y="5"/>
                      <a:pt x="22" y="5"/>
                      <a:pt x="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0320" bIns="403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195;p33"/>
              <p:cNvSpPr/>
              <p:nvPr/>
            </p:nvSpPr>
            <p:spPr>
              <a:xfrm>
                <a:off x="3702600" y="2260440"/>
                <a:ext cx="325440" cy="391680"/>
              </a:xfrm>
              <a:custGeom>
                <a:avLst/>
                <a:gdLst>
                  <a:gd name="textAreaLeft" fmla="*/ 0 w 325440"/>
                  <a:gd name="textAreaRight" fmla="*/ 325800 w 325440"/>
                  <a:gd name="textAreaTop" fmla="*/ 0 h 391680"/>
                  <a:gd name="textAreaBottom" fmla="*/ 392040 h 391680"/>
                </a:gdLst>
                <a:ahLst/>
                <a:cxnLst/>
                <a:rect l="textAreaLeft" t="textAreaTop" r="textAreaRight" b="textAreaBottom"/>
                <a:pathLst>
                  <a:path w="106" h="127">
                    <a:moveTo>
                      <a:pt x="106" y="127"/>
                    </a:moveTo>
                    <a:cubicBezTo>
                      <a:pt x="92" y="74"/>
                      <a:pt x="71" y="28"/>
                      <a:pt x="60" y="6"/>
                    </a:cubicBezTo>
                    <a:cubicBezTo>
                      <a:pt x="57" y="0"/>
                      <a:pt x="49" y="0"/>
                      <a:pt x="46" y="6"/>
                    </a:cubicBezTo>
                    <a:cubicBezTo>
                      <a:pt x="35" y="28"/>
                      <a:pt x="15" y="74"/>
                      <a:pt x="0" y="127"/>
                    </a:cubicBezTo>
                    <a:cubicBezTo>
                      <a:pt x="35" y="125"/>
                      <a:pt x="71" y="125"/>
                      <a:pt x="106" y="12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196;p33"/>
              <p:cNvSpPr/>
              <p:nvPr/>
            </p:nvSpPr>
            <p:spPr>
              <a:xfrm>
                <a:off x="3788280" y="2845800"/>
                <a:ext cx="163080" cy="16308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4" name="Google Shape;1197;p33"/>
              <p:cNvSpPr/>
              <p:nvPr/>
            </p:nvSpPr>
            <p:spPr>
              <a:xfrm>
                <a:off x="3803760" y="3105360"/>
                <a:ext cx="132120" cy="1321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5" name="Google Shape;1198;p33"/>
              <p:cNvSpPr/>
              <p:nvPr/>
            </p:nvSpPr>
            <p:spPr>
              <a:xfrm>
                <a:off x="3812760" y="3333960"/>
                <a:ext cx="114120" cy="1123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39960" bIns="39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26" name="Google Shape;1199;p33"/>
            <p:cNvGrpSpPr/>
            <p:nvPr/>
          </p:nvGrpSpPr>
          <p:grpSpPr>
            <a:xfrm>
              <a:off x="1838160" y="3033000"/>
              <a:ext cx="733680" cy="1132560"/>
              <a:chOff x="1838160" y="3033000"/>
              <a:chExt cx="733680" cy="1132560"/>
            </a:xfrm>
          </p:grpSpPr>
          <p:sp>
            <p:nvSpPr>
              <p:cNvPr id="927" name="Google Shape;1200;p33"/>
              <p:cNvSpPr/>
              <p:nvPr/>
            </p:nvSpPr>
            <p:spPr>
              <a:xfrm>
                <a:off x="2016720" y="3033000"/>
                <a:ext cx="335160" cy="700920"/>
              </a:xfrm>
              <a:custGeom>
                <a:avLst/>
                <a:gdLst>
                  <a:gd name="textAreaLeft" fmla="*/ 0 w 335160"/>
                  <a:gd name="textAreaRight" fmla="*/ 335520 w 335160"/>
                  <a:gd name="textAreaTop" fmla="*/ 0 h 700920"/>
                  <a:gd name="textAreaBottom" fmla="*/ 701280 h 700920"/>
                </a:gdLst>
                <a:ahLst/>
                <a:cxnLst/>
                <a:rect l="textAreaLeft" t="textAreaTop" r="textAreaRight" b="textAreaBottom"/>
                <a:pathLst>
                  <a:path w="154" h="322">
                    <a:moveTo>
                      <a:pt x="37" y="11"/>
                    </a:moveTo>
                    <a:cubicBezTo>
                      <a:pt x="81" y="0"/>
                      <a:pt x="73" y="52"/>
                      <a:pt x="93" y="72"/>
                    </a:cubicBezTo>
                    <a:cubicBezTo>
                      <a:pt x="113" y="92"/>
                      <a:pt x="122" y="109"/>
                      <a:pt x="118" y="133"/>
                    </a:cubicBezTo>
                    <a:cubicBezTo>
                      <a:pt x="115" y="157"/>
                      <a:pt x="119" y="167"/>
                      <a:pt x="127" y="180"/>
                    </a:cubicBezTo>
                    <a:cubicBezTo>
                      <a:pt x="135" y="193"/>
                      <a:pt x="142" y="222"/>
                      <a:pt x="134" y="238"/>
                    </a:cubicBezTo>
                    <a:cubicBezTo>
                      <a:pt x="126" y="255"/>
                      <a:pt x="154" y="275"/>
                      <a:pt x="132" y="322"/>
                    </a:cubicBezTo>
                    <a:cubicBezTo>
                      <a:pt x="73" y="322"/>
                      <a:pt x="73" y="322"/>
                      <a:pt x="73" y="322"/>
                    </a:cubicBezTo>
                    <a:cubicBezTo>
                      <a:pt x="73" y="322"/>
                      <a:pt x="44" y="297"/>
                      <a:pt x="50" y="267"/>
                    </a:cubicBezTo>
                    <a:cubicBezTo>
                      <a:pt x="57" y="238"/>
                      <a:pt x="41" y="207"/>
                      <a:pt x="32" y="195"/>
                    </a:cubicBezTo>
                    <a:cubicBezTo>
                      <a:pt x="23" y="184"/>
                      <a:pt x="20" y="158"/>
                      <a:pt x="26" y="133"/>
                    </a:cubicBezTo>
                    <a:cubicBezTo>
                      <a:pt x="32" y="108"/>
                      <a:pt x="7" y="98"/>
                      <a:pt x="3" y="67"/>
                    </a:cubicBezTo>
                    <a:cubicBezTo>
                      <a:pt x="0" y="35"/>
                      <a:pt x="15" y="17"/>
                      <a:pt x="37" y="1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201;p33"/>
              <p:cNvSpPr/>
              <p:nvPr/>
            </p:nvSpPr>
            <p:spPr>
              <a:xfrm>
                <a:off x="2099160" y="3110040"/>
                <a:ext cx="141840" cy="623880"/>
              </a:xfrm>
              <a:custGeom>
                <a:avLst/>
                <a:gdLst>
                  <a:gd name="textAreaLeft" fmla="*/ 0 w 141840"/>
                  <a:gd name="textAreaRight" fmla="*/ 142200 w 141840"/>
                  <a:gd name="textAreaTop" fmla="*/ 0 h 623880"/>
                  <a:gd name="textAreaBottom" fmla="*/ 624240 h 623880"/>
                </a:gdLst>
                <a:ahLst/>
                <a:cxnLst/>
                <a:rect l="textAreaLeft" t="textAreaTop" r="textAreaRight" b="textAreaBottom"/>
                <a:pathLst>
                  <a:path w="65" h="287">
                    <a:moveTo>
                      <a:pt x="0" y="0"/>
                    </a:moveTo>
                    <a:cubicBezTo>
                      <a:pt x="0" y="35"/>
                      <a:pt x="26" y="98"/>
                      <a:pt x="40" y="148"/>
                    </a:cubicBezTo>
                    <a:cubicBezTo>
                      <a:pt x="55" y="197"/>
                      <a:pt x="65" y="257"/>
                      <a:pt x="64" y="287"/>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202;p33"/>
              <p:cNvSpPr/>
              <p:nvPr/>
            </p:nvSpPr>
            <p:spPr>
              <a:xfrm>
                <a:off x="2058120" y="3164040"/>
                <a:ext cx="102240" cy="134280"/>
              </a:xfrm>
              <a:custGeom>
                <a:avLst/>
                <a:gdLst>
                  <a:gd name="textAreaLeft" fmla="*/ 0 w 102240"/>
                  <a:gd name="textAreaRight" fmla="*/ 102600 w 102240"/>
                  <a:gd name="textAreaTop" fmla="*/ 0 h 134280"/>
                  <a:gd name="textAreaBottom" fmla="*/ 134640 h 134280"/>
                </a:gdLst>
                <a:ahLst/>
                <a:cxnLst/>
                <a:rect l="textAreaLeft" t="textAreaTop" r="textAreaRight" b="textAreaBottom"/>
                <a:pathLst>
                  <a:path w="112" h="147">
                    <a:moveTo>
                      <a:pt x="112" y="0"/>
                    </a:moveTo>
                    <a:lnTo>
                      <a:pt x="95" y="147"/>
                    </a:lnTo>
                    <a:lnTo>
                      <a:pt x="0" y="24"/>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0" name="Google Shape;1203;p33"/>
              <p:cNvSpPr/>
              <p:nvPr/>
            </p:nvSpPr>
            <p:spPr>
              <a:xfrm>
                <a:off x="2097360" y="3309840"/>
                <a:ext cx="121680" cy="156240"/>
              </a:xfrm>
              <a:custGeom>
                <a:avLst/>
                <a:gdLst>
                  <a:gd name="textAreaLeft" fmla="*/ 0 w 121680"/>
                  <a:gd name="textAreaRight" fmla="*/ 122040 w 121680"/>
                  <a:gd name="textAreaTop" fmla="*/ 0 h 156240"/>
                  <a:gd name="textAreaBottom" fmla="*/ 156600 h 156240"/>
                </a:gdLst>
                <a:ahLst/>
                <a:cxnLst/>
                <a:rect l="textAreaLeft" t="textAreaTop" r="textAreaRight" b="textAreaBottom"/>
                <a:pathLst>
                  <a:path w="133" h="171">
                    <a:moveTo>
                      <a:pt x="133" y="0"/>
                    </a:moveTo>
                    <a:lnTo>
                      <a:pt x="109" y="171"/>
                    </a:lnTo>
                    <a:lnTo>
                      <a:pt x="0" y="55"/>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204;p33"/>
              <p:cNvSpPr/>
              <p:nvPr/>
            </p:nvSpPr>
            <p:spPr>
              <a:xfrm>
                <a:off x="2151360" y="3482280"/>
                <a:ext cx="127800" cy="164520"/>
              </a:xfrm>
              <a:custGeom>
                <a:avLst/>
                <a:gdLst>
                  <a:gd name="textAreaLeft" fmla="*/ 0 w 127800"/>
                  <a:gd name="textAreaRight" fmla="*/ 128160 w 127800"/>
                  <a:gd name="textAreaTop" fmla="*/ 0 h 164520"/>
                  <a:gd name="textAreaBottom" fmla="*/ 164880 h 164520"/>
                </a:gdLst>
                <a:ahLst/>
                <a:cxnLst/>
                <a:rect l="textAreaLeft" t="textAreaTop" r="textAreaRight" b="textAreaBottom"/>
                <a:pathLst>
                  <a:path w="140" h="180">
                    <a:moveTo>
                      <a:pt x="140" y="0"/>
                    </a:moveTo>
                    <a:lnTo>
                      <a:pt x="88" y="180"/>
                    </a:lnTo>
                    <a:lnTo>
                      <a:pt x="0" y="47"/>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205;p33"/>
              <p:cNvSpPr/>
              <p:nvPr/>
            </p:nvSpPr>
            <p:spPr>
              <a:xfrm>
                <a:off x="2251440" y="3321000"/>
                <a:ext cx="320400" cy="450720"/>
              </a:xfrm>
              <a:custGeom>
                <a:avLst/>
                <a:gdLst>
                  <a:gd name="textAreaLeft" fmla="*/ 0 w 320400"/>
                  <a:gd name="textAreaRight" fmla="*/ 320760 w 320400"/>
                  <a:gd name="textAreaTop" fmla="*/ 0 h 450720"/>
                  <a:gd name="textAreaBottom" fmla="*/ 451080 h 450720"/>
                </a:gdLst>
                <a:ahLst/>
                <a:cxnLst/>
                <a:rect l="textAreaLeft" t="textAreaTop" r="textAreaRight" b="textAreaBottom"/>
                <a:pathLst>
                  <a:path w="147" h="207">
                    <a:moveTo>
                      <a:pt x="9" y="207"/>
                    </a:moveTo>
                    <a:cubicBezTo>
                      <a:pt x="9" y="207"/>
                      <a:pt x="0" y="158"/>
                      <a:pt x="10" y="128"/>
                    </a:cubicBezTo>
                    <a:cubicBezTo>
                      <a:pt x="19" y="98"/>
                      <a:pt x="43" y="92"/>
                      <a:pt x="45" y="66"/>
                    </a:cubicBezTo>
                    <a:cubicBezTo>
                      <a:pt x="48" y="26"/>
                      <a:pt x="72" y="0"/>
                      <a:pt x="103" y="4"/>
                    </a:cubicBezTo>
                    <a:cubicBezTo>
                      <a:pt x="133" y="8"/>
                      <a:pt x="147" y="55"/>
                      <a:pt x="117" y="81"/>
                    </a:cubicBezTo>
                    <a:cubicBezTo>
                      <a:pt x="106" y="91"/>
                      <a:pt x="91" y="115"/>
                      <a:pt x="93" y="135"/>
                    </a:cubicBezTo>
                    <a:cubicBezTo>
                      <a:pt x="97" y="166"/>
                      <a:pt x="58" y="185"/>
                      <a:pt x="58" y="185"/>
                    </a:cubicBezTo>
                    <a:lnTo>
                      <a:pt x="9" y="2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206;p33"/>
              <p:cNvSpPr/>
              <p:nvPr/>
            </p:nvSpPr>
            <p:spPr>
              <a:xfrm>
                <a:off x="2323800" y="3403440"/>
                <a:ext cx="153720" cy="345960"/>
              </a:xfrm>
              <a:custGeom>
                <a:avLst/>
                <a:gdLst>
                  <a:gd name="textAreaLeft" fmla="*/ 0 w 153720"/>
                  <a:gd name="textAreaRight" fmla="*/ 154080 w 153720"/>
                  <a:gd name="textAreaTop" fmla="*/ 0 h 345960"/>
                  <a:gd name="textAreaBottom" fmla="*/ 346320 h 345960"/>
                </a:gdLst>
                <a:ahLst/>
                <a:cxnLst/>
                <a:rect l="textAreaLeft" t="textAreaTop" r="textAreaRight" b="textAreaBottom"/>
                <a:pathLst>
                  <a:path w="71" h="159">
                    <a:moveTo>
                      <a:pt x="71" y="0"/>
                    </a:moveTo>
                    <a:cubicBezTo>
                      <a:pt x="23" y="51"/>
                      <a:pt x="0" y="145"/>
                      <a:pt x="0" y="159"/>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207;p33"/>
              <p:cNvSpPr/>
              <p:nvPr/>
            </p:nvSpPr>
            <p:spPr>
              <a:xfrm>
                <a:off x="2406240" y="3398760"/>
                <a:ext cx="93240" cy="87480"/>
              </a:xfrm>
              <a:custGeom>
                <a:avLst/>
                <a:gdLst>
                  <a:gd name="textAreaLeft" fmla="*/ 0 w 93240"/>
                  <a:gd name="textAreaRight" fmla="*/ 93600 w 93240"/>
                  <a:gd name="textAreaTop" fmla="*/ 0 h 87480"/>
                  <a:gd name="textAreaBottom" fmla="*/ 87840 h 87480"/>
                </a:gdLst>
                <a:ahLst/>
                <a:cxnLst/>
                <a:rect l="textAreaLeft" t="textAreaTop" r="textAreaRight" b="textAreaBottom"/>
                <a:pathLst>
                  <a:path w="102" h="96">
                    <a:moveTo>
                      <a:pt x="0" y="0"/>
                    </a:moveTo>
                    <a:lnTo>
                      <a:pt x="12" y="96"/>
                    </a:lnTo>
                    <a:lnTo>
                      <a:pt x="102" y="50"/>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3920" bIns="43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208;p33"/>
              <p:cNvSpPr/>
              <p:nvPr/>
            </p:nvSpPr>
            <p:spPr>
              <a:xfrm>
                <a:off x="2352240" y="3506040"/>
                <a:ext cx="101520" cy="88560"/>
              </a:xfrm>
              <a:custGeom>
                <a:avLst/>
                <a:gdLst>
                  <a:gd name="textAreaLeft" fmla="*/ 0 w 101520"/>
                  <a:gd name="textAreaRight" fmla="*/ 101880 w 101520"/>
                  <a:gd name="textAreaTop" fmla="*/ 0 h 88560"/>
                  <a:gd name="textAreaBottom" fmla="*/ 88920 h 88560"/>
                </a:gdLst>
                <a:ahLst/>
                <a:cxnLst/>
                <a:rect l="textAreaLeft" t="textAreaTop" r="textAreaRight" b="textAreaBottom"/>
                <a:pathLst>
                  <a:path w="111" h="97">
                    <a:moveTo>
                      <a:pt x="0" y="0"/>
                    </a:moveTo>
                    <a:lnTo>
                      <a:pt x="14" y="97"/>
                    </a:lnTo>
                    <a:lnTo>
                      <a:pt x="111" y="36"/>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4280" bIns="44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6" name="Google Shape;1209;p33"/>
              <p:cNvSpPr/>
              <p:nvPr/>
            </p:nvSpPr>
            <p:spPr>
              <a:xfrm>
                <a:off x="2290680" y="3601440"/>
                <a:ext cx="132480" cy="102240"/>
              </a:xfrm>
              <a:custGeom>
                <a:avLst/>
                <a:gdLst>
                  <a:gd name="textAreaLeft" fmla="*/ 0 w 132480"/>
                  <a:gd name="textAreaRight" fmla="*/ 132840 w 132480"/>
                  <a:gd name="textAreaTop" fmla="*/ 0 h 102240"/>
                  <a:gd name="textAreaBottom" fmla="*/ 102600 h 102240"/>
                </a:gdLst>
                <a:ahLst/>
                <a:cxnLst/>
                <a:rect l="textAreaLeft" t="textAreaTop" r="textAreaRight" b="textAreaBottom"/>
                <a:pathLst>
                  <a:path w="145" h="112">
                    <a:moveTo>
                      <a:pt x="0" y="0"/>
                    </a:moveTo>
                    <a:lnTo>
                      <a:pt x="45" y="112"/>
                    </a:lnTo>
                    <a:lnTo>
                      <a:pt x="145" y="48"/>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7" name="Google Shape;1210;p33"/>
              <p:cNvSpPr/>
              <p:nvPr/>
            </p:nvSpPr>
            <p:spPr>
              <a:xfrm>
                <a:off x="1838160" y="3368520"/>
                <a:ext cx="374400" cy="402840"/>
              </a:xfrm>
              <a:custGeom>
                <a:avLst/>
                <a:gdLst>
                  <a:gd name="textAreaLeft" fmla="*/ 0 w 374400"/>
                  <a:gd name="textAreaRight" fmla="*/ 374760 w 374400"/>
                  <a:gd name="textAreaTop" fmla="*/ 0 h 402840"/>
                  <a:gd name="textAreaBottom" fmla="*/ 403200 h 402840"/>
                </a:gdLst>
                <a:ahLst/>
                <a:cxnLst/>
                <a:rect l="textAreaLeft" t="textAreaTop" r="textAreaRight" b="textAreaBottom"/>
                <a:pathLst>
                  <a:path w="172" h="185">
                    <a:moveTo>
                      <a:pt x="172" y="185"/>
                    </a:moveTo>
                    <a:cubicBezTo>
                      <a:pt x="172" y="185"/>
                      <a:pt x="168" y="135"/>
                      <a:pt x="152" y="109"/>
                    </a:cubicBezTo>
                    <a:cubicBezTo>
                      <a:pt x="135" y="82"/>
                      <a:pt x="110" y="82"/>
                      <a:pt x="102" y="57"/>
                    </a:cubicBezTo>
                    <a:cubicBezTo>
                      <a:pt x="89" y="20"/>
                      <a:pt x="59" y="0"/>
                      <a:pt x="31" y="11"/>
                    </a:cubicBezTo>
                    <a:cubicBezTo>
                      <a:pt x="2" y="23"/>
                      <a:pt x="0" y="72"/>
                      <a:pt x="35" y="89"/>
                    </a:cubicBezTo>
                    <a:cubicBezTo>
                      <a:pt x="49" y="96"/>
                      <a:pt x="69" y="117"/>
                      <a:pt x="72" y="136"/>
                    </a:cubicBezTo>
                    <a:cubicBezTo>
                      <a:pt x="76" y="168"/>
                      <a:pt x="119" y="176"/>
                      <a:pt x="119" y="176"/>
                    </a:cubicBezTo>
                    <a:lnTo>
                      <a:pt x="172" y="185"/>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211;p33"/>
              <p:cNvSpPr/>
              <p:nvPr/>
            </p:nvSpPr>
            <p:spPr>
              <a:xfrm>
                <a:off x="1921320" y="3466440"/>
                <a:ext cx="234360" cy="295560"/>
              </a:xfrm>
              <a:custGeom>
                <a:avLst/>
                <a:gdLst>
                  <a:gd name="textAreaLeft" fmla="*/ 0 w 234360"/>
                  <a:gd name="textAreaRight" fmla="*/ 234720 w 234360"/>
                  <a:gd name="textAreaTop" fmla="*/ 0 h 295560"/>
                  <a:gd name="textAreaBottom" fmla="*/ 295920 h 295560"/>
                </a:gdLst>
                <a:ahLst/>
                <a:cxnLst/>
                <a:rect l="textAreaLeft" t="textAreaTop" r="textAreaRight" b="textAreaBottom"/>
                <a:pathLst>
                  <a:path w="108" h="136">
                    <a:moveTo>
                      <a:pt x="0" y="0"/>
                    </a:moveTo>
                    <a:cubicBezTo>
                      <a:pt x="59" y="37"/>
                      <a:pt x="105" y="123"/>
                      <a:pt x="108" y="136"/>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9" name="Google Shape;1212;p33"/>
              <p:cNvSpPr/>
              <p:nvPr/>
            </p:nvSpPr>
            <p:spPr>
              <a:xfrm>
                <a:off x="1910520" y="3444480"/>
                <a:ext cx="88560" cy="86760"/>
              </a:xfrm>
              <a:custGeom>
                <a:avLst/>
                <a:gdLst>
                  <a:gd name="textAreaLeft" fmla="*/ 0 w 88560"/>
                  <a:gd name="textAreaRight" fmla="*/ 88920 w 88560"/>
                  <a:gd name="textAreaTop" fmla="*/ 0 h 86760"/>
                  <a:gd name="textAreaBottom" fmla="*/ 87120 h 86760"/>
                </a:gdLst>
                <a:ahLst/>
                <a:cxnLst/>
                <a:rect l="textAreaLeft" t="textAreaTop" r="textAreaRight" b="textAreaBottom"/>
                <a:pathLst>
                  <a:path w="97" h="95">
                    <a:moveTo>
                      <a:pt x="85" y="0"/>
                    </a:moveTo>
                    <a:lnTo>
                      <a:pt x="97" y="95"/>
                    </a:lnTo>
                    <a:lnTo>
                      <a:pt x="0" y="74"/>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3560" bIns="43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0" name="Google Shape;1213;p33"/>
              <p:cNvSpPr/>
              <p:nvPr/>
            </p:nvSpPr>
            <p:spPr>
              <a:xfrm>
                <a:off x="1977480" y="3534480"/>
                <a:ext cx="97560" cy="88560"/>
              </a:xfrm>
              <a:custGeom>
                <a:avLst/>
                <a:gdLst>
                  <a:gd name="textAreaLeft" fmla="*/ 0 w 97560"/>
                  <a:gd name="textAreaRight" fmla="*/ 97920 w 97560"/>
                  <a:gd name="textAreaTop" fmla="*/ 0 h 88560"/>
                  <a:gd name="textAreaBottom" fmla="*/ 88920 h 88560"/>
                </a:gdLst>
                <a:ahLst/>
                <a:cxnLst/>
                <a:rect l="textAreaLeft" t="textAreaTop" r="textAreaRight" b="textAreaBottom"/>
                <a:pathLst>
                  <a:path w="107" h="97">
                    <a:moveTo>
                      <a:pt x="98" y="0"/>
                    </a:moveTo>
                    <a:lnTo>
                      <a:pt x="107" y="97"/>
                    </a:lnTo>
                    <a:lnTo>
                      <a:pt x="0" y="62"/>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4280" bIns="44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214;p33"/>
              <p:cNvSpPr/>
              <p:nvPr/>
            </p:nvSpPr>
            <p:spPr>
              <a:xfrm>
                <a:off x="2032200" y="3610440"/>
                <a:ext cx="118800" cy="110520"/>
              </a:xfrm>
              <a:custGeom>
                <a:avLst/>
                <a:gdLst>
                  <a:gd name="textAreaLeft" fmla="*/ 0 w 118800"/>
                  <a:gd name="textAreaRight" fmla="*/ 119160 w 118800"/>
                  <a:gd name="textAreaTop" fmla="*/ 0 h 110520"/>
                  <a:gd name="textAreaBottom" fmla="*/ 110880 h 110520"/>
                </a:gdLst>
                <a:ahLst/>
                <a:cxnLst/>
                <a:rect l="textAreaLeft" t="textAreaTop" r="textAreaRight" b="textAreaBottom"/>
                <a:pathLst>
                  <a:path w="130" h="121">
                    <a:moveTo>
                      <a:pt x="130" y="0"/>
                    </a:moveTo>
                    <a:lnTo>
                      <a:pt x="114" y="121"/>
                    </a:lnTo>
                    <a:lnTo>
                      <a:pt x="0" y="83"/>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215;p33"/>
              <p:cNvSpPr/>
              <p:nvPr/>
            </p:nvSpPr>
            <p:spPr>
              <a:xfrm>
                <a:off x="1988280" y="3716640"/>
                <a:ext cx="454320" cy="448920"/>
              </a:xfrm>
              <a:custGeom>
                <a:avLst/>
                <a:gdLst>
                  <a:gd name="textAreaLeft" fmla="*/ 0 w 454320"/>
                  <a:gd name="textAreaRight" fmla="*/ 454680 w 454320"/>
                  <a:gd name="textAreaTop" fmla="*/ 0 h 448920"/>
                  <a:gd name="textAreaBottom" fmla="*/ 449280 h 448920"/>
                </a:gdLst>
                <a:ahLst/>
                <a:cxnLst/>
                <a:rect l="textAreaLeft" t="textAreaTop" r="textAreaRight" b="textAreaBottom"/>
                <a:pathLst>
                  <a:path w="496" h="490">
                    <a:moveTo>
                      <a:pt x="439" y="490"/>
                    </a:moveTo>
                    <a:lnTo>
                      <a:pt x="57" y="490"/>
                    </a:lnTo>
                    <a:lnTo>
                      <a:pt x="0" y="0"/>
                    </a:lnTo>
                    <a:lnTo>
                      <a:pt x="496" y="0"/>
                    </a:lnTo>
                    <a:lnTo>
                      <a:pt x="439" y="49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216;p33"/>
              <p:cNvSpPr/>
              <p:nvPr/>
            </p:nvSpPr>
            <p:spPr>
              <a:xfrm>
                <a:off x="1977480" y="3710520"/>
                <a:ext cx="476280" cy="56520"/>
              </a:xfrm>
              <a:custGeom>
                <a:avLst/>
                <a:gdLst>
                  <a:gd name="textAreaLeft" fmla="*/ 0 w 476280"/>
                  <a:gd name="textAreaRight" fmla="*/ 476640 w 476280"/>
                  <a:gd name="textAreaTop" fmla="*/ 0 h 56520"/>
                  <a:gd name="textAreaBottom" fmla="*/ 56880 h 56520"/>
                </a:gdLst>
                <a:ahLst/>
                <a:cxnLst/>
                <a:rect l="textAreaLeft" t="textAreaTop" r="textAreaRight" b="textAreaBottom"/>
                <a:pathLst>
                  <a:path w="520" h="62">
                    <a:moveTo>
                      <a:pt x="7" y="62"/>
                    </a:moveTo>
                    <a:lnTo>
                      <a:pt x="513" y="62"/>
                    </a:lnTo>
                    <a:lnTo>
                      <a:pt x="520" y="0"/>
                    </a:lnTo>
                    <a:lnTo>
                      <a:pt x="0" y="0"/>
                    </a:lnTo>
                    <a:lnTo>
                      <a:pt x="7" y="6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44" name="Google Shape;1217;p33"/>
            <p:cNvGrpSpPr/>
            <p:nvPr/>
          </p:nvGrpSpPr>
          <p:grpSpPr>
            <a:xfrm>
              <a:off x="2263320" y="1486800"/>
              <a:ext cx="506520" cy="898920"/>
              <a:chOff x="2263320" y="1486800"/>
              <a:chExt cx="506520" cy="898920"/>
            </a:xfrm>
          </p:grpSpPr>
          <p:sp>
            <p:nvSpPr>
              <p:cNvPr id="945" name="Google Shape;1218;p33"/>
              <p:cNvSpPr/>
              <p:nvPr/>
            </p:nvSpPr>
            <p:spPr>
              <a:xfrm>
                <a:off x="2263320" y="1486800"/>
                <a:ext cx="506520" cy="898920"/>
              </a:xfrm>
              <a:custGeom>
                <a:avLst/>
                <a:gdLst>
                  <a:gd name="textAreaLeft" fmla="*/ 0 w 506520"/>
                  <a:gd name="textAreaRight" fmla="*/ 506880 w 506520"/>
                  <a:gd name="textAreaTop" fmla="*/ 0 h 898920"/>
                  <a:gd name="textAreaBottom" fmla="*/ 899280 h 898920"/>
                </a:gdLst>
                <a:ahLst/>
                <a:cxnLst/>
                <a:rect l="textAreaLeft" t="textAreaTop" r="textAreaRight" b="textAreaBottom"/>
                <a:pathLst>
                  <a:path w="219" h="387">
                    <a:moveTo>
                      <a:pt x="219" y="387"/>
                    </a:moveTo>
                    <a:cubicBezTo>
                      <a:pt x="14" y="387"/>
                      <a:pt x="14" y="387"/>
                      <a:pt x="14" y="387"/>
                    </a:cubicBezTo>
                    <a:cubicBezTo>
                      <a:pt x="6" y="387"/>
                      <a:pt x="0" y="380"/>
                      <a:pt x="0" y="373"/>
                    </a:cubicBezTo>
                    <a:cubicBezTo>
                      <a:pt x="0" y="0"/>
                      <a:pt x="0" y="0"/>
                      <a:pt x="0" y="0"/>
                    </a:cubicBezTo>
                    <a:cubicBezTo>
                      <a:pt x="219" y="0"/>
                      <a:pt x="219" y="0"/>
                      <a:pt x="219" y="0"/>
                    </a:cubicBezTo>
                    <a:lnTo>
                      <a:pt x="219" y="387"/>
                    </a:ln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6" name="Google Shape;1219;p33"/>
              <p:cNvSpPr/>
              <p:nvPr/>
            </p:nvSpPr>
            <p:spPr>
              <a:xfrm>
                <a:off x="2334960" y="1596600"/>
                <a:ext cx="360720" cy="36180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7" name="Google Shape;1220;p33"/>
              <p:cNvSpPr/>
              <p:nvPr/>
            </p:nvSpPr>
            <p:spPr>
              <a:xfrm>
                <a:off x="2334960" y="2135880"/>
                <a:ext cx="69120" cy="691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8" name="Google Shape;1221;p33"/>
              <p:cNvSpPr/>
              <p:nvPr/>
            </p:nvSpPr>
            <p:spPr>
              <a:xfrm>
                <a:off x="2431800" y="2135880"/>
                <a:ext cx="69120" cy="691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9" name="Google Shape;1222;p33"/>
              <p:cNvSpPr/>
              <p:nvPr/>
            </p:nvSpPr>
            <p:spPr>
              <a:xfrm>
                <a:off x="2530080" y="2135880"/>
                <a:ext cx="69120" cy="691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0" name="Google Shape;1223;p33"/>
              <p:cNvSpPr/>
              <p:nvPr/>
            </p:nvSpPr>
            <p:spPr>
              <a:xfrm>
                <a:off x="2629080" y="2135880"/>
                <a:ext cx="69120" cy="6912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224;p33"/>
              <p:cNvSpPr/>
              <p:nvPr/>
            </p:nvSpPr>
            <p:spPr>
              <a:xfrm>
                <a:off x="2334960" y="2232720"/>
                <a:ext cx="69120" cy="69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225;p33"/>
              <p:cNvSpPr/>
              <p:nvPr/>
            </p:nvSpPr>
            <p:spPr>
              <a:xfrm>
                <a:off x="2431800" y="2232720"/>
                <a:ext cx="69120" cy="691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3" name="Google Shape;1226;p33"/>
              <p:cNvSpPr/>
              <p:nvPr/>
            </p:nvSpPr>
            <p:spPr>
              <a:xfrm>
                <a:off x="2530080" y="2232720"/>
                <a:ext cx="69120" cy="691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227;p33"/>
              <p:cNvSpPr/>
              <p:nvPr/>
            </p:nvSpPr>
            <p:spPr>
              <a:xfrm>
                <a:off x="2629080" y="2232720"/>
                <a:ext cx="69120" cy="69120"/>
              </a:xfrm>
              <a:prstGeom prst="ellipse">
                <a:avLst/>
              </a:prstGeom>
              <a:solidFill>
                <a:schemeClr val="accent6"/>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55" name="Google Shape;1228;p33"/>
            <p:cNvSpPr/>
            <p:nvPr/>
          </p:nvSpPr>
          <p:spPr>
            <a:xfrm>
              <a:off x="3149640" y="1791360"/>
              <a:ext cx="586080" cy="556920"/>
            </a:xfrm>
            <a:prstGeom prst="pentagon">
              <a:avLst>
                <a:gd name="hf" fmla="val 105146"/>
                <a:gd name="vf" fmla="val 11055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229;p33"/>
            <p:cNvSpPr/>
            <p:nvPr/>
          </p:nvSpPr>
          <p:spPr>
            <a:xfrm>
              <a:off x="3617640" y="1882080"/>
              <a:ext cx="228600" cy="217080"/>
            </a:xfrm>
            <a:prstGeom prst="pentagon">
              <a:avLst>
                <a:gd name="hf" fmla="val 105146"/>
                <a:gd name="vf" fmla="val 110557"/>
              </a:avLst>
            </a:prstGeom>
            <a:solidFill>
              <a:schemeClr val="accent4"/>
            </a:solidFill>
            <a:ln w="0">
              <a:noFill/>
            </a:ln>
          </p:spPr>
          <p:style>
            <a:lnRef idx="0">
              <a:scrgbClr r="0" g="0" b="0"/>
            </a:lnRef>
            <a:fillRef idx="0">
              <a:scrgbClr r="0" g="0" b="0"/>
            </a:fillRef>
            <a:effectRef idx="0">
              <a:scrgbClr r="0" g="0" b="0"/>
            </a:effectRef>
            <a:fontRef idx="minor"/>
          </p:style>
          <p:txBody>
            <a:bodyPr tIns="82800" bIns="8280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230;p33"/>
            <p:cNvSpPr/>
            <p:nvPr/>
          </p:nvSpPr>
          <p:spPr>
            <a:xfrm>
              <a:off x="2111040" y="83196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1028" name="Google Shape;191;p7"/>
          <p:cNvGrpSpPr/>
          <p:nvPr/>
        </p:nvGrpSpPr>
        <p:grpSpPr>
          <a:xfrm>
            <a:off x="321480" y="1306800"/>
            <a:ext cx="8204040" cy="3301560"/>
            <a:chOff x="321480" y="1306800"/>
            <a:chExt cx="8204040" cy="3301560"/>
          </a:xfrm>
        </p:grpSpPr>
        <p:grpSp>
          <p:nvGrpSpPr>
            <p:cNvPr id="1029" name="Google Shape;192;p7"/>
            <p:cNvGrpSpPr/>
            <p:nvPr/>
          </p:nvGrpSpPr>
          <p:grpSpPr>
            <a:xfrm>
              <a:off x="8337240" y="3552480"/>
              <a:ext cx="188280" cy="188640"/>
              <a:chOff x="8337240" y="3552480"/>
              <a:chExt cx="188280" cy="188640"/>
            </a:xfrm>
          </p:grpSpPr>
          <p:sp>
            <p:nvSpPr>
              <p:cNvPr id="1030" name="Google Shape;193;p7"/>
              <p:cNvSpPr/>
              <p:nvPr/>
            </p:nvSpPr>
            <p:spPr>
              <a:xfrm>
                <a:off x="840780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1" name="Google Shape;194;p7"/>
              <p:cNvSpPr/>
              <p:nvPr/>
            </p:nvSpPr>
            <p:spPr>
              <a:xfrm>
                <a:off x="847656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2" name="Google Shape;195;p7"/>
              <p:cNvSpPr/>
              <p:nvPr/>
            </p:nvSpPr>
            <p:spPr>
              <a:xfrm>
                <a:off x="8337240" y="3641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3" name="Google Shape;196;p7"/>
              <p:cNvSpPr/>
              <p:nvPr/>
            </p:nvSpPr>
            <p:spPr>
              <a:xfrm>
                <a:off x="8424360" y="362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97;p7"/>
              <p:cNvSpPr/>
              <p:nvPr/>
            </p:nvSpPr>
            <p:spPr>
              <a:xfrm>
                <a:off x="8424360" y="3693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5" name="Google Shape;198;p7"/>
              <p:cNvSpPr/>
              <p:nvPr/>
            </p:nvSpPr>
            <p:spPr>
              <a:xfrm>
                <a:off x="8424360" y="3552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6" name="Google Shape;199;p7"/>
            <p:cNvGrpSpPr/>
            <p:nvPr/>
          </p:nvGrpSpPr>
          <p:grpSpPr>
            <a:xfrm>
              <a:off x="7239600" y="4419720"/>
              <a:ext cx="187920" cy="188640"/>
              <a:chOff x="7239600" y="4419720"/>
              <a:chExt cx="187920" cy="188640"/>
            </a:xfrm>
          </p:grpSpPr>
          <p:sp>
            <p:nvSpPr>
              <p:cNvPr id="1037" name="Google Shape;200;p7"/>
              <p:cNvSpPr/>
              <p:nvPr/>
            </p:nvSpPr>
            <p:spPr>
              <a:xfrm>
                <a:off x="730980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8" name="Google Shape;201;p7"/>
              <p:cNvSpPr/>
              <p:nvPr/>
            </p:nvSpPr>
            <p:spPr>
              <a:xfrm>
                <a:off x="737856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9" name="Google Shape;202;p7"/>
              <p:cNvSpPr/>
              <p:nvPr/>
            </p:nvSpPr>
            <p:spPr>
              <a:xfrm>
                <a:off x="723960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203;p7"/>
              <p:cNvSpPr/>
              <p:nvPr/>
            </p:nvSpPr>
            <p:spPr>
              <a:xfrm>
                <a:off x="732672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204;p7"/>
              <p:cNvSpPr/>
              <p:nvPr/>
            </p:nvSpPr>
            <p:spPr>
              <a:xfrm>
                <a:off x="732672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2" name="Google Shape;205;p7"/>
              <p:cNvSpPr/>
              <p:nvPr/>
            </p:nvSpPr>
            <p:spPr>
              <a:xfrm>
                <a:off x="732672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3" name="Google Shape;206;p7"/>
            <p:cNvGrpSpPr/>
            <p:nvPr/>
          </p:nvGrpSpPr>
          <p:grpSpPr>
            <a:xfrm>
              <a:off x="321480" y="2044440"/>
              <a:ext cx="188280" cy="188280"/>
              <a:chOff x="321480" y="2044440"/>
              <a:chExt cx="188280" cy="188280"/>
            </a:xfrm>
          </p:grpSpPr>
          <p:sp>
            <p:nvSpPr>
              <p:cNvPr id="1044" name="Google Shape;207;p7"/>
              <p:cNvSpPr/>
              <p:nvPr/>
            </p:nvSpPr>
            <p:spPr>
              <a:xfrm>
                <a:off x="39168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5" name="Google Shape;208;p7"/>
              <p:cNvSpPr/>
              <p:nvPr/>
            </p:nvSpPr>
            <p:spPr>
              <a:xfrm>
                <a:off x="46080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6" name="Google Shape;209;p7"/>
              <p:cNvSpPr/>
              <p:nvPr/>
            </p:nvSpPr>
            <p:spPr>
              <a:xfrm>
                <a:off x="321480" y="2133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210;p7"/>
              <p:cNvSpPr/>
              <p:nvPr/>
            </p:nvSpPr>
            <p:spPr>
              <a:xfrm>
                <a:off x="408600" y="2115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8" name="Google Shape;211;p7"/>
              <p:cNvSpPr/>
              <p:nvPr/>
            </p:nvSpPr>
            <p:spPr>
              <a:xfrm>
                <a:off x="408600" y="2184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9" name="Google Shape;212;p7"/>
              <p:cNvSpPr/>
              <p:nvPr/>
            </p:nvSpPr>
            <p:spPr>
              <a:xfrm>
                <a:off x="408600" y="204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0" name="Google Shape;213;p7"/>
            <p:cNvGrpSpPr/>
            <p:nvPr/>
          </p:nvGrpSpPr>
          <p:grpSpPr>
            <a:xfrm>
              <a:off x="717480" y="1306800"/>
              <a:ext cx="187920" cy="188280"/>
              <a:chOff x="717480" y="1306800"/>
              <a:chExt cx="187920" cy="188280"/>
            </a:xfrm>
          </p:grpSpPr>
          <p:sp>
            <p:nvSpPr>
              <p:cNvPr id="1051" name="Google Shape;214;p7"/>
              <p:cNvSpPr/>
              <p:nvPr/>
            </p:nvSpPr>
            <p:spPr>
              <a:xfrm>
                <a:off x="78768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215;p7"/>
              <p:cNvSpPr/>
              <p:nvPr/>
            </p:nvSpPr>
            <p:spPr>
              <a:xfrm>
                <a:off x="85644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3" name="Google Shape;216;p7"/>
              <p:cNvSpPr/>
              <p:nvPr/>
            </p:nvSpPr>
            <p:spPr>
              <a:xfrm>
                <a:off x="717480" y="1395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4" name="Google Shape;217;p7"/>
              <p:cNvSpPr/>
              <p:nvPr/>
            </p:nvSpPr>
            <p:spPr>
              <a:xfrm>
                <a:off x="804600" y="1378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218;p7"/>
              <p:cNvSpPr/>
              <p:nvPr/>
            </p:nvSpPr>
            <p:spPr>
              <a:xfrm>
                <a:off x="804600" y="1447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219;p7"/>
              <p:cNvSpPr/>
              <p:nvPr/>
            </p:nvSpPr>
            <p:spPr>
              <a:xfrm>
                <a:off x="804600" y="1306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57" name="Google Shape;220;p7"/>
          <p:cNvGrpSpPr/>
          <p:nvPr/>
        </p:nvGrpSpPr>
        <p:grpSpPr>
          <a:xfrm>
            <a:off x="-2213640" y="-1281960"/>
            <a:ext cx="12853440" cy="7753320"/>
            <a:chOff x="-2213640" y="-1281960"/>
            <a:chExt cx="12853440" cy="7753320"/>
          </a:xfrm>
        </p:grpSpPr>
        <p:sp>
          <p:nvSpPr>
            <p:cNvPr id="1058" name="Google Shape;221;p7"/>
            <p:cNvSpPr/>
            <p:nvPr/>
          </p:nvSpPr>
          <p:spPr>
            <a:xfrm rot="14629200">
              <a:off x="-120600" y="-865440"/>
              <a:ext cx="1980000" cy="1689840"/>
            </a:xfrm>
            <a:custGeom>
              <a:avLst/>
              <a:gdLst>
                <a:gd name="textAreaLeft" fmla="*/ 0 w 1980000"/>
                <a:gd name="textAreaRight" fmla="*/ 1980360 w 1980000"/>
                <a:gd name="textAreaTop" fmla="*/ 0 h 1689840"/>
                <a:gd name="textAreaBottom" fmla="*/ 1690200 h 16898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222;p7"/>
            <p:cNvSpPr/>
            <p:nvPr/>
          </p:nvSpPr>
          <p:spPr>
            <a:xfrm rot="7323000">
              <a:off x="7530840" y="3903840"/>
              <a:ext cx="3058200" cy="1661040"/>
            </a:xfrm>
            <a:custGeom>
              <a:avLst/>
              <a:gdLst>
                <a:gd name="textAreaLeft" fmla="*/ 0 w 3058200"/>
                <a:gd name="textAreaRight" fmla="*/ 3058560 w 3058200"/>
                <a:gd name="textAreaTop" fmla="*/ 0 h 1661040"/>
                <a:gd name="textAreaBottom" fmla="*/ 1661400 h 166104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0" name="Google Shape;223;p7"/>
            <p:cNvSpPr/>
            <p:nvPr/>
          </p:nvSpPr>
          <p:spPr>
            <a:xfrm rot="20767800">
              <a:off x="6508800" y="4100400"/>
              <a:ext cx="3966840" cy="1850040"/>
            </a:xfrm>
            <a:custGeom>
              <a:avLst/>
              <a:gdLst>
                <a:gd name="textAreaLeft" fmla="*/ 0 w 3966840"/>
                <a:gd name="textAreaRight" fmla="*/ 3967200 w 3966840"/>
                <a:gd name="textAreaTop" fmla="*/ 0 h 1850040"/>
                <a:gd name="textAreaBottom" fmla="*/ 1850400 h 185004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1" name="Google Shape;224;p7"/>
            <p:cNvSpPr/>
            <p:nvPr/>
          </p:nvSpPr>
          <p:spPr>
            <a:xfrm rot="19407600">
              <a:off x="-1758600" y="-604800"/>
              <a:ext cx="3118680" cy="2557800"/>
            </a:xfrm>
            <a:custGeom>
              <a:avLst/>
              <a:gdLst>
                <a:gd name="textAreaLeft" fmla="*/ 0 w 3118680"/>
                <a:gd name="textAreaRight" fmla="*/ 3119040 w 3118680"/>
                <a:gd name="textAreaTop" fmla="*/ 0 h 2557800"/>
                <a:gd name="textAreaBottom" fmla="*/ 2558160 h 255780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62"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063" name="PlaceHolder 1"/>
          <p:cNvSpPr>
            <a:spLocks noGrp="1"/>
          </p:cNvSpPr>
          <p:nvPr>
            <p:ph type="title"/>
          </p:nvPr>
        </p:nvSpPr>
        <p:spPr>
          <a:xfrm>
            <a:off x="713160" y="1589400"/>
            <a:ext cx="3753000" cy="172692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grpSp>
        <p:nvGrpSpPr>
          <p:cNvPr id="1064" name="Google Shape;229;p8"/>
          <p:cNvGrpSpPr/>
          <p:nvPr/>
        </p:nvGrpSpPr>
        <p:grpSpPr>
          <a:xfrm>
            <a:off x="608040" y="310320"/>
            <a:ext cx="8042760" cy="4500720"/>
            <a:chOff x="608040" y="310320"/>
            <a:chExt cx="8042760" cy="4500720"/>
          </a:xfrm>
        </p:grpSpPr>
        <p:grpSp>
          <p:nvGrpSpPr>
            <p:cNvPr id="1065" name="Google Shape;230;p8"/>
            <p:cNvGrpSpPr/>
            <p:nvPr/>
          </p:nvGrpSpPr>
          <p:grpSpPr>
            <a:xfrm>
              <a:off x="608040" y="564120"/>
              <a:ext cx="326880" cy="327960"/>
              <a:chOff x="608040" y="564120"/>
              <a:chExt cx="326880" cy="327960"/>
            </a:xfrm>
          </p:grpSpPr>
          <p:sp>
            <p:nvSpPr>
              <p:cNvPr id="1066" name="Google Shape;231;p8"/>
              <p:cNvSpPr/>
              <p:nvPr/>
            </p:nvSpPr>
            <p:spPr>
              <a:xfrm>
                <a:off x="74952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232;p8"/>
              <p:cNvSpPr/>
              <p:nvPr/>
            </p:nvSpPr>
            <p:spPr>
              <a:xfrm>
                <a:off x="818280" y="722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233;p8"/>
              <p:cNvSpPr/>
              <p:nvPr/>
            </p:nvSpPr>
            <p:spPr>
              <a:xfrm>
                <a:off x="887040" y="7228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234;p8"/>
              <p:cNvSpPr/>
              <p:nvPr/>
            </p:nvSpPr>
            <p:spPr>
              <a:xfrm>
                <a:off x="678960" y="7228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235;p8"/>
              <p:cNvSpPr/>
              <p:nvPr/>
            </p:nvSpPr>
            <p:spPr>
              <a:xfrm>
                <a:off x="60804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1" name="Google Shape;236;p8"/>
              <p:cNvSpPr/>
              <p:nvPr/>
            </p:nvSpPr>
            <p:spPr>
              <a:xfrm>
                <a:off x="766800" y="70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237;p8"/>
              <p:cNvSpPr/>
              <p:nvPr/>
            </p:nvSpPr>
            <p:spPr>
              <a:xfrm>
                <a:off x="766800" y="77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238;p8"/>
              <p:cNvSpPr/>
              <p:nvPr/>
            </p:nvSpPr>
            <p:spPr>
              <a:xfrm>
                <a:off x="766800" y="8427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239;p8"/>
              <p:cNvSpPr/>
              <p:nvPr/>
            </p:nvSpPr>
            <p:spPr>
              <a:xfrm>
                <a:off x="766800" y="63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240;p8"/>
              <p:cNvSpPr/>
              <p:nvPr/>
            </p:nvSpPr>
            <p:spPr>
              <a:xfrm>
                <a:off x="766800" y="56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6" name="Google Shape;241;p8"/>
            <p:cNvGrpSpPr/>
            <p:nvPr/>
          </p:nvGrpSpPr>
          <p:grpSpPr>
            <a:xfrm>
              <a:off x="8324280" y="4482720"/>
              <a:ext cx="326520" cy="328320"/>
              <a:chOff x="8324280" y="4482720"/>
              <a:chExt cx="326520" cy="328320"/>
            </a:xfrm>
          </p:grpSpPr>
          <p:sp>
            <p:nvSpPr>
              <p:cNvPr id="1077" name="Google Shape;242;p8"/>
              <p:cNvSpPr/>
              <p:nvPr/>
            </p:nvSpPr>
            <p:spPr>
              <a:xfrm>
                <a:off x="8465400" y="464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8" name="Google Shape;243;p8"/>
              <p:cNvSpPr/>
              <p:nvPr/>
            </p:nvSpPr>
            <p:spPr>
              <a:xfrm>
                <a:off x="8534160" y="4641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9" name="Google Shape;244;p8"/>
              <p:cNvSpPr/>
              <p:nvPr/>
            </p:nvSpPr>
            <p:spPr>
              <a:xfrm>
                <a:off x="8602920" y="46418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0" name="Google Shape;245;p8"/>
              <p:cNvSpPr/>
              <p:nvPr/>
            </p:nvSpPr>
            <p:spPr>
              <a:xfrm>
                <a:off x="8395200" y="46418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1" name="Google Shape;246;p8"/>
              <p:cNvSpPr/>
              <p:nvPr/>
            </p:nvSpPr>
            <p:spPr>
              <a:xfrm>
                <a:off x="8324280" y="464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247;p8"/>
              <p:cNvSpPr/>
              <p:nvPr/>
            </p:nvSpPr>
            <p:spPr>
              <a:xfrm>
                <a:off x="8482680" y="4624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3" name="Google Shape;248;p8"/>
              <p:cNvSpPr/>
              <p:nvPr/>
            </p:nvSpPr>
            <p:spPr>
              <a:xfrm>
                <a:off x="8482680" y="4693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249;p8"/>
              <p:cNvSpPr/>
              <p:nvPr/>
            </p:nvSpPr>
            <p:spPr>
              <a:xfrm>
                <a:off x="8482680" y="4761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250;p8"/>
              <p:cNvSpPr/>
              <p:nvPr/>
            </p:nvSpPr>
            <p:spPr>
              <a:xfrm>
                <a:off x="8482680" y="4552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251;p8"/>
              <p:cNvSpPr/>
              <p:nvPr/>
            </p:nvSpPr>
            <p:spPr>
              <a:xfrm>
                <a:off x="8482680" y="4482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7" name="Google Shape;252;p8"/>
            <p:cNvGrpSpPr/>
            <p:nvPr/>
          </p:nvGrpSpPr>
          <p:grpSpPr>
            <a:xfrm>
              <a:off x="8430840" y="310320"/>
              <a:ext cx="188280" cy="188640"/>
              <a:chOff x="8430840" y="310320"/>
              <a:chExt cx="188280" cy="188640"/>
            </a:xfrm>
          </p:grpSpPr>
          <p:sp>
            <p:nvSpPr>
              <p:cNvPr id="1088" name="Google Shape;253;p8"/>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9" name="Google Shape;254;p8"/>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0" name="Google Shape;255;p8"/>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256;p8"/>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257;p8"/>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258;p8"/>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94" name="Google Shape;259;p8"/>
          <p:cNvGrpSpPr/>
          <p:nvPr/>
        </p:nvGrpSpPr>
        <p:grpSpPr>
          <a:xfrm>
            <a:off x="-1708920" y="-2440080"/>
            <a:ext cx="4975560" cy="9641160"/>
            <a:chOff x="-1708920" y="-2440080"/>
            <a:chExt cx="4975560" cy="9641160"/>
          </a:xfrm>
        </p:grpSpPr>
        <p:sp>
          <p:nvSpPr>
            <p:cNvPr id="1095" name="Google Shape;260;p8"/>
            <p:cNvSpPr/>
            <p:nvPr/>
          </p:nvSpPr>
          <p:spPr>
            <a:xfrm rot="14629800">
              <a:off x="-1411200" y="4138560"/>
              <a:ext cx="2879280" cy="2457000"/>
            </a:xfrm>
            <a:custGeom>
              <a:avLst/>
              <a:gdLst>
                <a:gd name="textAreaLeft" fmla="*/ 0 w 2879280"/>
                <a:gd name="textAreaRight" fmla="*/ 2879640 w 2879280"/>
                <a:gd name="textAreaTop" fmla="*/ 0 h 2457000"/>
                <a:gd name="textAreaBottom" fmla="*/ 2457360 h 245700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261;p8"/>
            <p:cNvSpPr/>
            <p:nvPr/>
          </p:nvSpPr>
          <p:spPr>
            <a:xfrm rot="2885400">
              <a:off x="-285480" y="-1704240"/>
              <a:ext cx="3118320" cy="2557440"/>
            </a:xfrm>
            <a:custGeom>
              <a:avLst/>
              <a:gdLst>
                <a:gd name="textAreaLeft" fmla="*/ 0 w 3118320"/>
                <a:gd name="textAreaRight" fmla="*/ 3118680 w 311832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135"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136" name="PlaceHolder 2"/>
          <p:cNvSpPr>
            <a:spLocks noGrp="1"/>
          </p:cNvSpPr>
          <p:nvPr>
            <p:ph type="title"/>
          </p:nvPr>
        </p:nvSpPr>
        <p:spPr>
          <a:xfrm>
            <a:off x="713160" y="378576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137"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3.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713160" y="630720"/>
            <a:ext cx="4142160" cy="2191320"/>
          </a:xfrm>
          <a:prstGeom prst="rect">
            <a:avLst/>
          </a:prstGeom>
          <a:noFill/>
          <a:ln w="0">
            <a:noFill/>
          </a:ln>
        </p:spPr>
        <p:txBody>
          <a:bodyPr lIns="91440" tIns="91440" rIns="91440" bIns="91440" anchor="b">
            <a:noAutofit/>
          </a:bodyPr>
          <a:lstStyle/>
          <a:p>
            <a:pPr indent="0">
              <a:buNone/>
            </a:pPr>
            <a:r>
              <a:rPr lang="fr-FR" sz="3900" b="0" u="none" strike="noStrike">
                <a:solidFill>
                  <a:schemeClr val="dk1"/>
                </a:solidFill>
                <a:effectLst/>
                <a:uFillTx/>
                <a:latin typeface="Arial"/>
              </a:rPr>
              <a:t>Click to edit the title text format</a:t>
            </a:r>
          </a:p>
        </p:txBody>
      </p:sp>
      <p:grpSp>
        <p:nvGrpSpPr>
          <p:cNvPr id="28" name="Google Shape;11;p2"/>
          <p:cNvGrpSpPr/>
          <p:nvPr/>
        </p:nvGrpSpPr>
        <p:grpSpPr>
          <a:xfrm>
            <a:off x="-1986120" y="-2678040"/>
            <a:ext cx="12760920" cy="9508680"/>
            <a:chOff x="-1986120" y="-2678040"/>
            <a:chExt cx="12760920" cy="9508680"/>
          </a:xfrm>
        </p:grpSpPr>
        <p:sp>
          <p:nvSpPr>
            <p:cNvPr id="2" name="Google Shape;12;p2"/>
            <p:cNvSpPr/>
            <p:nvPr/>
          </p:nvSpPr>
          <p:spPr>
            <a:xfrm rot="16200000">
              <a:off x="-1557720" y="332748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 name="Google Shape;13;p2"/>
            <p:cNvSpPr/>
            <p:nvPr/>
          </p:nvSpPr>
          <p:spPr>
            <a:xfrm rot="4323000">
              <a:off x="6893280" y="-257472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 name="Google Shape;14;p2"/>
          <p:cNvGrpSpPr/>
          <p:nvPr/>
        </p:nvGrpSpPr>
        <p:grpSpPr>
          <a:xfrm>
            <a:off x="3044520" y="444960"/>
            <a:ext cx="5522040" cy="4257720"/>
            <a:chOff x="3044520" y="444960"/>
            <a:chExt cx="5522040" cy="4257720"/>
          </a:xfrm>
        </p:grpSpPr>
        <p:grpSp>
          <p:nvGrpSpPr>
            <p:cNvPr id="5" name="Google Shape;15;p2"/>
            <p:cNvGrpSpPr/>
            <p:nvPr/>
          </p:nvGrpSpPr>
          <p:grpSpPr>
            <a:xfrm>
              <a:off x="4441320" y="444960"/>
              <a:ext cx="188280" cy="188640"/>
              <a:chOff x="4441320" y="444960"/>
              <a:chExt cx="188280" cy="188640"/>
            </a:xfrm>
          </p:grpSpPr>
          <p:sp>
            <p:nvSpPr>
              <p:cNvPr id="6" name="Google Shape;16;p2"/>
              <p:cNvSpPr/>
              <p:nvPr/>
            </p:nvSpPr>
            <p:spPr>
              <a:xfrm>
                <a:off x="451152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7;p2"/>
              <p:cNvSpPr/>
              <p:nvPr/>
            </p:nvSpPr>
            <p:spPr>
              <a:xfrm>
                <a:off x="458064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8;p2"/>
              <p:cNvSpPr/>
              <p:nvPr/>
            </p:nvSpPr>
            <p:spPr>
              <a:xfrm>
                <a:off x="444132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9;p2"/>
              <p:cNvSpPr/>
              <p:nvPr/>
            </p:nvSpPr>
            <p:spPr>
              <a:xfrm>
                <a:off x="452844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20;p2"/>
              <p:cNvSpPr/>
              <p:nvPr/>
            </p:nvSpPr>
            <p:spPr>
              <a:xfrm>
                <a:off x="452844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1;p2"/>
              <p:cNvSpPr/>
              <p:nvPr/>
            </p:nvSpPr>
            <p:spPr>
              <a:xfrm>
                <a:off x="452844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 name="Google Shape;22;p2"/>
            <p:cNvGrpSpPr/>
            <p:nvPr/>
          </p:nvGrpSpPr>
          <p:grpSpPr>
            <a:xfrm>
              <a:off x="8378280" y="851040"/>
              <a:ext cx="188280" cy="188640"/>
              <a:chOff x="8378280" y="851040"/>
              <a:chExt cx="188280" cy="188640"/>
            </a:xfrm>
          </p:grpSpPr>
          <p:sp>
            <p:nvSpPr>
              <p:cNvPr id="13" name="Google Shape;23;p2"/>
              <p:cNvSpPr/>
              <p:nvPr/>
            </p:nvSpPr>
            <p:spPr>
              <a:xfrm>
                <a:off x="8448840" y="93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4;p2"/>
              <p:cNvSpPr/>
              <p:nvPr/>
            </p:nvSpPr>
            <p:spPr>
              <a:xfrm>
                <a:off x="8517600" y="93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5;p2"/>
              <p:cNvSpPr/>
              <p:nvPr/>
            </p:nvSpPr>
            <p:spPr>
              <a:xfrm>
                <a:off x="8378280" y="939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6;p2"/>
              <p:cNvSpPr/>
              <p:nvPr/>
            </p:nvSpPr>
            <p:spPr>
              <a:xfrm>
                <a:off x="8465400" y="922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7;p2"/>
              <p:cNvSpPr/>
              <p:nvPr/>
            </p:nvSpPr>
            <p:spPr>
              <a:xfrm>
                <a:off x="8465400" y="991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8;p2"/>
              <p:cNvSpPr/>
              <p:nvPr/>
            </p:nvSpPr>
            <p:spPr>
              <a:xfrm>
                <a:off x="8465400" y="851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 name="Google Shape;29;p2"/>
            <p:cNvGrpSpPr/>
            <p:nvPr/>
          </p:nvGrpSpPr>
          <p:grpSpPr>
            <a:xfrm>
              <a:off x="3044520" y="4514040"/>
              <a:ext cx="187920" cy="188640"/>
              <a:chOff x="3044520" y="4514040"/>
              <a:chExt cx="187920" cy="188640"/>
            </a:xfrm>
          </p:grpSpPr>
          <p:sp>
            <p:nvSpPr>
              <p:cNvPr id="20" name="Google Shape;30;p2"/>
              <p:cNvSpPr/>
              <p:nvPr/>
            </p:nvSpPr>
            <p:spPr>
              <a:xfrm>
                <a:off x="31147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31;p2"/>
              <p:cNvSpPr/>
              <p:nvPr/>
            </p:nvSpPr>
            <p:spPr>
              <a:xfrm>
                <a:off x="31834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2;p2"/>
              <p:cNvSpPr/>
              <p:nvPr/>
            </p:nvSpPr>
            <p:spPr>
              <a:xfrm>
                <a:off x="30445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3;p2"/>
              <p:cNvSpPr/>
              <p:nvPr/>
            </p:nvSpPr>
            <p:spPr>
              <a:xfrm>
                <a:off x="313164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4;p2"/>
              <p:cNvSpPr/>
              <p:nvPr/>
            </p:nvSpPr>
            <p:spPr>
              <a:xfrm>
                <a:off x="313164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5;p2"/>
              <p:cNvSpPr/>
              <p:nvPr/>
            </p:nvSpPr>
            <p:spPr>
              <a:xfrm>
                <a:off x="313164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p:cNvSpPr>
          <p:nvPr>
            <p:ph type="subTitle"/>
          </p:nvPr>
        </p:nvSpPr>
        <p:spPr>
          <a:xfrm>
            <a:off x="714240" y="2705040"/>
            <a:ext cx="4142880" cy="466200"/>
          </a:xfrm>
          <a:prstGeom prst="rect">
            <a:avLst/>
          </a:prstGeom>
          <a:noFill/>
          <a:ln w="0">
            <a:noFill/>
          </a:ln>
        </p:spPr>
        <p:txBody>
          <a:bodyPr lIns="91440" tIns="91440" rIns="91440" bIns="91440" anchor="ctr">
            <a:normAutofit/>
          </a:bodyPr>
          <a:lstStyle/>
          <a:p>
            <a:pPr>
              <a:lnSpc>
                <a:spcPct val="100000"/>
              </a:lnSpc>
              <a:tabLst>
                <a:tab pos="0" algn="l"/>
              </a:tabLst>
            </a:pPr>
            <a:r>
              <a:rPr lang="en-US" sz="1800" b="0" u="none" strike="noStrike">
                <a:solidFill>
                  <a:schemeClr val="dk1"/>
                </a:solidFill>
                <a:effectLst/>
                <a:uFillTx/>
                <a:latin typeface="DM Sans"/>
                <a:ea typeface="DM Sans"/>
              </a:rPr>
              <a:t>Rethinking success in the digital age</a:t>
            </a:r>
            <a:endParaRPr lang="en-US" sz="1800" b="0" u="none" strike="noStrike">
              <a:solidFill>
                <a:srgbClr val="000000"/>
              </a:solidFill>
              <a:effectLst/>
              <a:uFillTx/>
              <a:latin typeface="OpenSymbol"/>
            </a:endParaRPr>
          </a:p>
        </p:txBody>
      </p:sp>
      <p:sp>
        <p:nvSpPr>
          <p:cNvPr id="1139" name="PlaceHolder 2"/>
          <p:cNvSpPr>
            <a:spLocks noGrp="1"/>
          </p:cNvSpPr>
          <p:nvPr>
            <p:ph type="title"/>
          </p:nvPr>
        </p:nvSpPr>
        <p:spPr>
          <a:xfrm>
            <a:off x="714240" y="628560"/>
            <a:ext cx="4142880" cy="21902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1" u="none" strike="noStrike">
                <a:solidFill>
                  <a:schemeClr val="dk1"/>
                </a:solidFill>
                <a:effectLst/>
                <a:uFillTx/>
                <a:latin typeface="Plus Jakarta Sans ExtraBold"/>
                <a:ea typeface="Plus Jakarta Sans ExtraBold"/>
              </a:rPr>
              <a:t>You Are Not Behind</a:t>
            </a:r>
            <a:endParaRPr lang="fr-FR" sz="3900" b="0" u="none" strike="noStrike">
              <a:solidFill>
                <a:schemeClr val="dk1"/>
              </a:solidFill>
              <a:effectLst/>
              <a:uFillTx/>
              <a:latin typeface="Arial"/>
            </a:endParaRPr>
          </a:p>
        </p:txBody>
      </p:sp>
      <p:grpSp>
        <p:nvGrpSpPr>
          <p:cNvPr id="1140" name="Google Shape;1243;p37"/>
          <p:cNvGrpSpPr/>
          <p:nvPr/>
        </p:nvGrpSpPr>
        <p:grpSpPr>
          <a:xfrm>
            <a:off x="3961800" y="957600"/>
            <a:ext cx="4815720" cy="3699000"/>
            <a:chOff x="3961800" y="957600"/>
            <a:chExt cx="4815720" cy="3699000"/>
          </a:xfrm>
        </p:grpSpPr>
        <p:grpSp>
          <p:nvGrpSpPr>
            <p:cNvPr id="1141" name="Google Shape;1244;p37"/>
            <p:cNvGrpSpPr/>
            <p:nvPr/>
          </p:nvGrpSpPr>
          <p:grpSpPr>
            <a:xfrm>
              <a:off x="5038560" y="1040040"/>
              <a:ext cx="3468600" cy="3616560"/>
              <a:chOff x="5038560" y="1040040"/>
              <a:chExt cx="3468600" cy="3616560"/>
            </a:xfrm>
          </p:grpSpPr>
          <p:sp>
            <p:nvSpPr>
              <p:cNvPr id="1142" name="Google Shape;1245;p37"/>
              <p:cNvSpPr/>
              <p:nvPr/>
            </p:nvSpPr>
            <p:spPr>
              <a:xfrm flipH="1">
                <a:off x="6487560" y="1040040"/>
                <a:ext cx="2019240" cy="3616560"/>
              </a:xfrm>
              <a:custGeom>
                <a:avLst/>
                <a:gdLst>
                  <a:gd name="textAreaLeft" fmla="*/ -360 w 2019240"/>
                  <a:gd name="textAreaRight" fmla="*/ 2019240 w 2019240"/>
                  <a:gd name="textAreaTop" fmla="*/ 0 h 3616560"/>
                  <a:gd name="textAreaBottom" fmla="*/ 3616920 h 3616560"/>
                </a:gdLst>
                <a:ahLst/>
                <a:cxnLst/>
                <a:rect l="textAreaLeft" t="textAreaTop" r="textAreaRight" b="textAreaBottom"/>
                <a:pathLst>
                  <a:path w="636" h="1040">
                    <a:moveTo>
                      <a:pt x="636" y="1040"/>
                    </a:moveTo>
                    <a:cubicBezTo>
                      <a:pt x="52" y="1040"/>
                      <a:pt x="52" y="1040"/>
                      <a:pt x="52" y="1040"/>
                    </a:cubicBezTo>
                    <a:cubicBezTo>
                      <a:pt x="23" y="1040"/>
                      <a:pt x="0" y="1017"/>
                      <a:pt x="0" y="988"/>
                    </a:cubicBezTo>
                    <a:cubicBezTo>
                      <a:pt x="0" y="319"/>
                      <a:pt x="0" y="319"/>
                      <a:pt x="0" y="319"/>
                    </a:cubicBezTo>
                    <a:cubicBezTo>
                      <a:pt x="0" y="143"/>
                      <a:pt x="142" y="0"/>
                      <a:pt x="318" y="0"/>
                    </a:cubicBezTo>
                    <a:cubicBezTo>
                      <a:pt x="318" y="0"/>
                      <a:pt x="318" y="0"/>
                      <a:pt x="318" y="0"/>
                    </a:cubicBezTo>
                    <a:cubicBezTo>
                      <a:pt x="494" y="0"/>
                      <a:pt x="636" y="143"/>
                      <a:pt x="636" y="319"/>
                    </a:cubicBezTo>
                    <a:lnTo>
                      <a:pt x="636" y="104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3" name="Google Shape;1246;p37"/>
              <p:cNvSpPr/>
              <p:nvPr/>
            </p:nvSpPr>
            <p:spPr>
              <a:xfrm flipH="1">
                <a:off x="5038200" y="1418760"/>
                <a:ext cx="2024280" cy="3237480"/>
              </a:xfrm>
              <a:custGeom>
                <a:avLst/>
                <a:gdLst>
                  <a:gd name="textAreaLeft" fmla="*/ -360 w 2024280"/>
                  <a:gd name="textAreaRight" fmla="*/ 2024280 w 2024280"/>
                  <a:gd name="textAreaTop" fmla="*/ 0 h 3237480"/>
                  <a:gd name="textAreaBottom" fmla="*/ 3237840 h 3237480"/>
                </a:gdLst>
                <a:ahLst/>
                <a:cxnLst/>
                <a:rect l="textAreaLeft" t="textAreaTop" r="textAreaRight" b="textAreaBottom"/>
                <a:pathLst>
                  <a:path w="637" h="931">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44" name="Google Shape;1247;p37"/>
            <p:cNvGrpSpPr/>
            <p:nvPr/>
          </p:nvGrpSpPr>
          <p:grpSpPr>
            <a:xfrm>
              <a:off x="5154120" y="2059200"/>
              <a:ext cx="2328120" cy="1770120"/>
              <a:chOff x="5154120" y="2059200"/>
              <a:chExt cx="2328120" cy="1770120"/>
            </a:xfrm>
          </p:grpSpPr>
          <p:sp>
            <p:nvSpPr>
              <p:cNvPr id="1145" name="Google Shape;1248;p37"/>
              <p:cNvSpPr/>
              <p:nvPr/>
            </p:nvSpPr>
            <p:spPr>
              <a:xfrm>
                <a:off x="5154120" y="2059200"/>
                <a:ext cx="2328120" cy="17701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1249;p37"/>
              <p:cNvSpPr/>
              <p:nvPr/>
            </p:nvSpPr>
            <p:spPr>
              <a:xfrm>
                <a:off x="5774400" y="2716920"/>
                <a:ext cx="639360" cy="640800"/>
              </a:xfrm>
              <a:custGeom>
                <a:avLst/>
                <a:gdLst>
                  <a:gd name="textAreaLeft" fmla="*/ 0 w 639360"/>
                  <a:gd name="textAreaRight" fmla="*/ 639720 w 639360"/>
                  <a:gd name="textAreaTop" fmla="*/ 0 h 640800"/>
                  <a:gd name="textAreaBottom" fmla="*/ 641160 h 640800"/>
                </a:gdLst>
                <a:ahLst/>
                <a:cxnLst/>
                <a:rect l="textAreaLeft" t="textAreaTop" r="textAreaRight" b="textAreaBottom"/>
                <a:pathLst>
                  <a:path w="493" h="494">
                    <a:moveTo>
                      <a:pt x="493" y="432"/>
                    </a:moveTo>
                    <a:lnTo>
                      <a:pt x="431" y="494"/>
                    </a:lnTo>
                    <a:lnTo>
                      <a:pt x="0" y="60"/>
                    </a:lnTo>
                    <a:lnTo>
                      <a:pt x="60" y="0"/>
                    </a:lnTo>
                    <a:lnTo>
                      <a:pt x="493" y="432"/>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7" name="Google Shape;1250;p37"/>
              <p:cNvSpPr/>
              <p:nvPr/>
            </p:nvSpPr>
            <p:spPr>
              <a:xfrm>
                <a:off x="5889960" y="2601720"/>
                <a:ext cx="636840" cy="639360"/>
              </a:xfrm>
              <a:custGeom>
                <a:avLst/>
                <a:gdLst>
                  <a:gd name="textAreaLeft" fmla="*/ 0 w 636840"/>
                  <a:gd name="textAreaRight" fmla="*/ 637200 w 636840"/>
                  <a:gd name="textAreaTop" fmla="*/ 0 h 639360"/>
                  <a:gd name="textAreaBottom" fmla="*/ 639720 h 639360"/>
                </a:gdLst>
                <a:ahLst/>
                <a:cxnLst/>
                <a:rect l="textAreaLeft" t="textAreaTop" r="textAreaRight" b="textAreaBottom"/>
                <a:pathLst>
                  <a:path w="491" h="493">
                    <a:moveTo>
                      <a:pt x="491" y="431"/>
                    </a:moveTo>
                    <a:lnTo>
                      <a:pt x="431" y="493"/>
                    </a:lnTo>
                    <a:lnTo>
                      <a:pt x="0" y="62"/>
                    </a:lnTo>
                    <a:lnTo>
                      <a:pt x="61" y="0"/>
                    </a:lnTo>
                    <a:lnTo>
                      <a:pt x="491" y="431"/>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8" name="Google Shape;1251;p37"/>
              <p:cNvSpPr/>
              <p:nvPr/>
            </p:nvSpPr>
            <p:spPr>
              <a:xfrm>
                <a:off x="6004080" y="2484720"/>
                <a:ext cx="638280" cy="640800"/>
              </a:xfrm>
              <a:custGeom>
                <a:avLst/>
                <a:gdLst>
                  <a:gd name="textAreaLeft" fmla="*/ 0 w 638280"/>
                  <a:gd name="textAreaRight" fmla="*/ 638640 w 638280"/>
                  <a:gd name="textAreaTop" fmla="*/ 0 h 640800"/>
                  <a:gd name="textAreaBottom" fmla="*/ 641160 h 640800"/>
                </a:gdLst>
                <a:ahLst/>
                <a:cxnLst/>
                <a:rect l="textAreaLeft" t="textAreaTop" r="textAreaRight" b="textAreaBottom"/>
                <a:pathLst>
                  <a:path w="492" h="494">
                    <a:moveTo>
                      <a:pt x="492" y="432"/>
                    </a:moveTo>
                    <a:lnTo>
                      <a:pt x="432" y="494"/>
                    </a:lnTo>
                    <a:lnTo>
                      <a:pt x="0" y="63"/>
                    </a:lnTo>
                    <a:lnTo>
                      <a:pt x="62" y="0"/>
                    </a:lnTo>
                    <a:lnTo>
                      <a:pt x="492" y="432"/>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9" name="Google Shape;1252;p37"/>
              <p:cNvSpPr/>
              <p:nvPr/>
            </p:nvSpPr>
            <p:spPr>
              <a:xfrm>
                <a:off x="6119640" y="2369160"/>
                <a:ext cx="638280" cy="640800"/>
              </a:xfrm>
              <a:custGeom>
                <a:avLst/>
                <a:gdLst>
                  <a:gd name="textAreaLeft" fmla="*/ 0 w 638280"/>
                  <a:gd name="textAreaRight" fmla="*/ 638640 w 638280"/>
                  <a:gd name="textAreaTop" fmla="*/ 0 h 640800"/>
                  <a:gd name="textAreaBottom" fmla="*/ 641160 h 640800"/>
                </a:gdLst>
                <a:ahLst/>
                <a:cxnLst/>
                <a:rect l="textAreaLeft" t="textAreaTop" r="textAreaRight" b="textAreaBottom"/>
                <a:pathLst>
                  <a:path w="492" h="494">
                    <a:moveTo>
                      <a:pt x="492" y="433"/>
                    </a:moveTo>
                    <a:lnTo>
                      <a:pt x="432" y="494"/>
                    </a:lnTo>
                    <a:lnTo>
                      <a:pt x="0" y="62"/>
                    </a:lnTo>
                    <a:lnTo>
                      <a:pt x="62" y="0"/>
                    </a:lnTo>
                    <a:lnTo>
                      <a:pt x="492" y="433"/>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0" name="Google Shape;1253;p37"/>
              <p:cNvSpPr/>
              <p:nvPr/>
            </p:nvSpPr>
            <p:spPr>
              <a:xfrm>
                <a:off x="5154120" y="2059200"/>
                <a:ext cx="2328120" cy="1540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1" name="Google Shape;1254;p37"/>
              <p:cNvSpPr/>
              <p:nvPr/>
            </p:nvSpPr>
            <p:spPr>
              <a:xfrm>
                <a:off x="524340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2" name="Google Shape;1255;p37"/>
              <p:cNvSpPr/>
              <p:nvPr/>
            </p:nvSpPr>
            <p:spPr>
              <a:xfrm>
                <a:off x="534744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1256;p37"/>
              <p:cNvSpPr/>
              <p:nvPr/>
            </p:nvSpPr>
            <p:spPr>
              <a:xfrm>
                <a:off x="545256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257;p37"/>
              <p:cNvSpPr/>
              <p:nvPr/>
            </p:nvSpPr>
            <p:spPr>
              <a:xfrm>
                <a:off x="5644440" y="2120040"/>
                <a:ext cx="324000" cy="32040"/>
              </a:xfrm>
              <a:custGeom>
                <a:avLst/>
                <a:gdLst>
                  <a:gd name="textAreaLeft" fmla="*/ 0 w 324000"/>
                  <a:gd name="textAreaRight" fmla="*/ 324360 w 324000"/>
                  <a:gd name="textAreaTop" fmla="*/ 0 h 32040"/>
                  <a:gd name="textAreaBottom" fmla="*/ 32400 h 32040"/>
                </a:gdLst>
                <a:ahLst/>
                <a:cxnLst/>
                <a:rect l="textAreaLeft" t="textAreaTop" r="textAreaRight" b="textAreaBottom"/>
                <a:pathLst>
                  <a:path w="129" h="13">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258;p37"/>
              <p:cNvSpPr/>
              <p:nvPr/>
            </p:nvSpPr>
            <p:spPr>
              <a:xfrm>
                <a:off x="605880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259;p37"/>
              <p:cNvSpPr/>
              <p:nvPr/>
            </p:nvSpPr>
            <p:spPr>
              <a:xfrm>
                <a:off x="647676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260;p37"/>
              <p:cNvSpPr/>
              <p:nvPr/>
            </p:nvSpPr>
            <p:spPr>
              <a:xfrm>
                <a:off x="689184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261;p37"/>
              <p:cNvSpPr/>
              <p:nvPr/>
            </p:nvSpPr>
            <p:spPr>
              <a:xfrm>
                <a:off x="5259240" y="2318760"/>
                <a:ext cx="265680" cy="66024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262;p37"/>
              <p:cNvSpPr/>
              <p:nvPr/>
            </p:nvSpPr>
            <p:spPr>
              <a:xfrm>
                <a:off x="5309640" y="2374560"/>
                <a:ext cx="59400" cy="608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0" name="Google Shape;1263;p37"/>
              <p:cNvSpPr/>
              <p:nvPr/>
            </p:nvSpPr>
            <p:spPr>
              <a:xfrm>
                <a:off x="5414760" y="2374560"/>
                <a:ext cx="60840" cy="60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1" name="Google Shape;1264;p37"/>
              <p:cNvSpPr/>
              <p:nvPr/>
            </p:nvSpPr>
            <p:spPr>
              <a:xfrm>
                <a:off x="5309640" y="2497680"/>
                <a:ext cx="59400" cy="608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2" name="Google Shape;1265;p37"/>
              <p:cNvSpPr/>
              <p:nvPr/>
            </p:nvSpPr>
            <p:spPr>
              <a:xfrm>
                <a:off x="5414760" y="2497680"/>
                <a:ext cx="60840" cy="608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266;p37"/>
              <p:cNvSpPr/>
              <p:nvPr/>
            </p:nvSpPr>
            <p:spPr>
              <a:xfrm>
                <a:off x="5309640" y="2618280"/>
                <a:ext cx="59400" cy="6336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31680" bIns="316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267;p37"/>
              <p:cNvSpPr/>
              <p:nvPr/>
            </p:nvSpPr>
            <p:spPr>
              <a:xfrm>
                <a:off x="5414760" y="2618280"/>
                <a:ext cx="60840" cy="6336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1680" bIns="316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5" name="Google Shape;1268;p37"/>
              <p:cNvSpPr/>
              <p:nvPr/>
            </p:nvSpPr>
            <p:spPr>
              <a:xfrm>
                <a:off x="5309640" y="2743200"/>
                <a:ext cx="59400" cy="5940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tIns="29880" bIns="298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269;p37"/>
              <p:cNvSpPr/>
              <p:nvPr/>
            </p:nvSpPr>
            <p:spPr>
              <a:xfrm>
                <a:off x="5414760" y="2743200"/>
                <a:ext cx="60840" cy="5940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9880" bIns="298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7" name="Google Shape;1270;p37"/>
              <p:cNvSpPr/>
              <p:nvPr/>
            </p:nvSpPr>
            <p:spPr>
              <a:xfrm>
                <a:off x="5855040" y="2467800"/>
                <a:ext cx="1174320" cy="1048320"/>
              </a:xfrm>
              <a:custGeom>
                <a:avLst/>
                <a:gdLst>
                  <a:gd name="textAreaLeft" fmla="*/ 0 w 1174320"/>
                  <a:gd name="textAreaRight" fmla="*/ 1174680 w 1174320"/>
                  <a:gd name="textAreaTop" fmla="*/ 0 h 1048320"/>
                  <a:gd name="textAreaBottom" fmla="*/ 1048680 h 1048320"/>
                </a:gdLst>
                <a:ahLst/>
                <a:cxnLst/>
                <a:rect l="textAreaLeft" t="textAreaTop" r="textAreaRight" b="textAreaBottom"/>
                <a:pathLst>
                  <a:path w="467" h="416">
                    <a:moveTo>
                      <a:pt x="355" y="0"/>
                    </a:moveTo>
                    <a:cubicBezTo>
                      <a:pt x="420" y="0"/>
                      <a:pt x="467" y="134"/>
                      <a:pt x="390" y="259"/>
                    </a:cubicBezTo>
                    <a:cubicBezTo>
                      <a:pt x="361" y="305"/>
                      <a:pt x="312" y="359"/>
                      <a:pt x="239" y="376"/>
                    </a:cubicBezTo>
                    <a:cubicBezTo>
                      <a:pt x="68" y="416"/>
                      <a:pt x="0" y="258"/>
                      <a:pt x="119" y="187"/>
                    </a:cubicBezTo>
                    <a:cubicBezTo>
                      <a:pt x="152" y="167"/>
                      <a:pt x="199" y="148"/>
                      <a:pt x="234" y="118"/>
                    </a:cubicBezTo>
                    <a:cubicBezTo>
                      <a:pt x="285" y="74"/>
                      <a:pt x="304" y="0"/>
                      <a:pt x="3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8" name="Google Shape;1271;p37"/>
              <p:cNvSpPr/>
              <p:nvPr/>
            </p:nvSpPr>
            <p:spPr>
              <a:xfrm>
                <a:off x="6919200" y="3416760"/>
                <a:ext cx="21600" cy="19080"/>
              </a:xfrm>
              <a:custGeom>
                <a:avLst/>
                <a:gdLst>
                  <a:gd name="textAreaLeft" fmla="*/ 0 w 21600"/>
                  <a:gd name="textAreaRight" fmla="*/ 21960 w 21600"/>
                  <a:gd name="textAreaTop" fmla="*/ 0 h 19080"/>
                  <a:gd name="textAreaBottom" fmla="*/ 19440 h 19080"/>
                </a:gdLst>
                <a:ahLst/>
                <a:cxnLst/>
                <a:rect l="textAreaLeft" t="textAreaTop" r="textAreaRight" b="textAreaBottom"/>
                <a:pathLst>
                  <a:path w="9" h="8">
                    <a:moveTo>
                      <a:pt x="5" y="2"/>
                    </a:moveTo>
                    <a:cubicBezTo>
                      <a:pt x="5" y="5"/>
                      <a:pt x="5" y="5"/>
                      <a:pt x="5" y="5"/>
                    </a:cubicBezTo>
                    <a:cubicBezTo>
                      <a:pt x="2" y="5"/>
                      <a:pt x="2" y="5"/>
                      <a:pt x="2" y="5"/>
                    </a:cubicBezTo>
                    <a:cubicBezTo>
                      <a:pt x="1" y="5"/>
                      <a:pt x="0" y="5"/>
                      <a:pt x="0" y="6"/>
                    </a:cubicBezTo>
                    <a:cubicBezTo>
                      <a:pt x="0" y="8"/>
                      <a:pt x="1" y="8"/>
                      <a:pt x="2" y="8"/>
                    </a:cubicBezTo>
                    <a:cubicBezTo>
                      <a:pt x="7" y="8"/>
                      <a:pt x="7" y="8"/>
                      <a:pt x="7" y="8"/>
                    </a:cubicBezTo>
                    <a:cubicBezTo>
                      <a:pt x="7" y="8"/>
                      <a:pt x="8" y="8"/>
                      <a:pt x="8" y="8"/>
                    </a:cubicBezTo>
                    <a:cubicBezTo>
                      <a:pt x="8" y="7"/>
                      <a:pt x="9" y="7"/>
                      <a:pt x="9" y="6"/>
                    </a:cubicBezTo>
                    <a:cubicBezTo>
                      <a:pt x="9" y="2"/>
                      <a:pt x="9" y="2"/>
                      <a:pt x="9" y="2"/>
                    </a:cubicBezTo>
                    <a:cubicBezTo>
                      <a:pt x="9" y="1"/>
                      <a:pt x="8" y="0"/>
                      <a:pt x="7" y="0"/>
                    </a:cubicBezTo>
                    <a:cubicBezTo>
                      <a:pt x="6" y="0"/>
                      <a:pt x="5" y="1"/>
                      <a:pt x="5" y="2"/>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272;p37"/>
              <p:cNvSpPr/>
              <p:nvPr/>
            </p:nvSpPr>
            <p:spPr>
              <a:xfrm>
                <a:off x="5817240" y="342828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12" y="0"/>
                    </a:moveTo>
                    <a:cubicBezTo>
                      <a:pt x="2" y="0"/>
                      <a:pt x="2" y="0"/>
                      <a:pt x="2" y="0"/>
                    </a:cubicBezTo>
                    <a:cubicBezTo>
                      <a:pt x="1" y="0"/>
                      <a:pt x="0" y="0"/>
                      <a:pt x="0" y="1"/>
                    </a:cubicBezTo>
                    <a:cubicBezTo>
                      <a:pt x="0" y="3"/>
                      <a:pt x="1" y="3"/>
                      <a:pt x="2" y="3"/>
                    </a:cubicBezTo>
                    <a:cubicBezTo>
                      <a:pt x="12" y="3"/>
                      <a:pt x="12" y="3"/>
                      <a:pt x="12" y="3"/>
                    </a:cubicBezTo>
                    <a:cubicBezTo>
                      <a:pt x="13" y="3"/>
                      <a:pt x="14" y="3"/>
                      <a:pt x="14" y="1"/>
                    </a:cubicBezTo>
                    <a:cubicBezTo>
                      <a:pt x="14" y="0"/>
                      <a:pt x="13" y="0"/>
                      <a:pt x="12" y="0"/>
                    </a:cubicBezTo>
                    <a:close/>
                    <a:moveTo>
                      <a:pt x="36" y="0"/>
                    </a:moveTo>
                    <a:cubicBezTo>
                      <a:pt x="26" y="0"/>
                      <a:pt x="26" y="0"/>
                      <a:pt x="26" y="0"/>
                    </a:cubicBezTo>
                    <a:cubicBezTo>
                      <a:pt x="25" y="0"/>
                      <a:pt x="24" y="0"/>
                      <a:pt x="24" y="1"/>
                    </a:cubicBezTo>
                    <a:cubicBezTo>
                      <a:pt x="24" y="3"/>
                      <a:pt x="25" y="3"/>
                      <a:pt x="26" y="3"/>
                    </a:cubicBezTo>
                    <a:cubicBezTo>
                      <a:pt x="36" y="3"/>
                      <a:pt x="36" y="3"/>
                      <a:pt x="36" y="3"/>
                    </a:cubicBezTo>
                    <a:cubicBezTo>
                      <a:pt x="37" y="3"/>
                      <a:pt x="38" y="3"/>
                      <a:pt x="38" y="1"/>
                    </a:cubicBezTo>
                    <a:cubicBezTo>
                      <a:pt x="38" y="0"/>
                      <a:pt x="37" y="0"/>
                      <a:pt x="36" y="0"/>
                    </a:cubicBezTo>
                    <a:close/>
                    <a:moveTo>
                      <a:pt x="60" y="0"/>
                    </a:moveTo>
                    <a:cubicBezTo>
                      <a:pt x="51" y="0"/>
                      <a:pt x="51" y="0"/>
                      <a:pt x="51" y="0"/>
                    </a:cubicBezTo>
                    <a:cubicBezTo>
                      <a:pt x="50" y="0"/>
                      <a:pt x="49" y="0"/>
                      <a:pt x="49" y="1"/>
                    </a:cubicBezTo>
                    <a:cubicBezTo>
                      <a:pt x="49" y="3"/>
                      <a:pt x="50" y="3"/>
                      <a:pt x="51" y="3"/>
                    </a:cubicBezTo>
                    <a:cubicBezTo>
                      <a:pt x="60" y="3"/>
                      <a:pt x="60" y="3"/>
                      <a:pt x="60" y="3"/>
                    </a:cubicBezTo>
                    <a:cubicBezTo>
                      <a:pt x="61" y="3"/>
                      <a:pt x="62" y="3"/>
                      <a:pt x="62" y="1"/>
                    </a:cubicBezTo>
                    <a:cubicBezTo>
                      <a:pt x="62" y="0"/>
                      <a:pt x="61" y="0"/>
                      <a:pt x="60" y="0"/>
                    </a:cubicBezTo>
                    <a:close/>
                    <a:moveTo>
                      <a:pt x="85" y="0"/>
                    </a:moveTo>
                    <a:cubicBezTo>
                      <a:pt x="75" y="0"/>
                      <a:pt x="75" y="0"/>
                      <a:pt x="75" y="0"/>
                    </a:cubicBezTo>
                    <a:cubicBezTo>
                      <a:pt x="74" y="0"/>
                      <a:pt x="73" y="0"/>
                      <a:pt x="73" y="1"/>
                    </a:cubicBezTo>
                    <a:cubicBezTo>
                      <a:pt x="73" y="3"/>
                      <a:pt x="74" y="3"/>
                      <a:pt x="75" y="3"/>
                    </a:cubicBezTo>
                    <a:cubicBezTo>
                      <a:pt x="85" y="3"/>
                      <a:pt x="85" y="3"/>
                      <a:pt x="85" y="3"/>
                    </a:cubicBezTo>
                    <a:cubicBezTo>
                      <a:pt x="86" y="3"/>
                      <a:pt x="87" y="3"/>
                      <a:pt x="87" y="1"/>
                    </a:cubicBezTo>
                    <a:cubicBezTo>
                      <a:pt x="87" y="0"/>
                      <a:pt x="86" y="0"/>
                      <a:pt x="85" y="0"/>
                    </a:cubicBezTo>
                    <a:close/>
                    <a:moveTo>
                      <a:pt x="109" y="0"/>
                    </a:moveTo>
                    <a:cubicBezTo>
                      <a:pt x="99" y="0"/>
                      <a:pt x="99" y="0"/>
                      <a:pt x="99" y="0"/>
                    </a:cubicBezTo>
                    <a:cubicBezTo>
                      <a:pt x="98" y="0"/>
                      <a:pt x="97" y="0"/>
                      <a:pt x="97" y="1"/>
                    </a:cubicBezTo>
                    <a:cubicBezTo>
                      <a:pt x="97" y="3"/>
                      <a:pt x="98" y="3"/>
                      <a:pt x="99" y="3"/>
                    </a:cubicBezTo>
                    <a:cubicBezTo>
                      <a:pt x="109" y="3"/>
                      <a:pt x="109" y="3"/>
                      <a:pt x="109" y="3"/>
                    </a:cubicBezTo>
                    <a:cubicBezTo>
                      <a:pt x="110" y="3"/>
                      <a:pt x="111" y="3"/>
                      <a:pt x="111" y="1"/>
                    </a:cubicBezTo>
                    <a:cubicBezTo>
                      <a:pt x="111" y="0"/>
                      <a:pt x="110" y="0"/>
                      <a:pt x="109" y="0"/>
                    </a:cubicBezTo>
                    <a:close/>
                    <a:moveTo>
                      <a:pt x="133" y="0"/>
                    </a:moveTo>
                    <a:cubicBezTo>
                      <a:pt x="124" y="0"/>
                      <a:pt x="124" y="0"/>
                      <a:pt x="124" y="0"/>
                    </a:cubicBezTo>
                    <a:cubicBezTo>
                      <a:pt x="123" y="0"/>
                      <a:pt x="122" y="0"/>
                      <a:pt x="122" y="1"/>
                    </a:cubicBezTo>
                    <a:cubicBezTo>
                      <a:pt x="122" y="3"/>
                      <a:pt x="123" y="3"/>
                      <a:pt x="124" y="3"/>
                    </a:cubicBezTo>
                    <a:cubicBezTo>
                      <a:pt x="133" y="3"/>
                      <a:pt x="133" y="3"/>
                      <a:pt x="133" y="3"/>
                    </a:cubicBezTo>
                    <a:cubicBezTo>
                      <a:pt x="134" y="3"/>
                      <a:pt x="135" y="3"/>
                      <a:pt x="135" y="1"/>
                    </a:cubicBezTo>
                    <a:cubicBezTo>
                      <a:pt x="135" y="0"/>
                      <a:pt x="134" y="0"/>
                      <a:pt x="133" y="0"/>
                    </a:cubicBezTo>
                    <a:close/>
                    <a:moveTo>
                      <a:pt x="158" y="0"/>
                    </a:moveTo>
                    <a:cubicBezTo>
                      <a:pt x="148" y="0"/>
                      <a:pt x="148" y="0"/>
                      <a:pt x="148" y="0"/>
                    </a:cubicBezTo>
                    <a:cubicBezTo>
                      <a:pt x="147" y="0"/>
                      <a:pt x="146" y="0"/>
                      <a:pt x="146" y="1"/>
                    </a:cubicBezTo>
                    <a:cubicBezTo>
                      <a:pt x="146" y="3"/>
                      <a:pt x="147" y="3"/>
                      <a:pt x="148" y="3"/>
                    </a:cubicBezTo>
                    <a:cubicBezTo>
                      <a:pt x="158" y="3"/>
                      <a:pt x="158" y="3"/>
                      <a:pt x="158" y="3"/>
                    </a:cubicBezTo>
                    <a:cubicBezTo>
                      <a:pt x="159" y="3"/>
                      <a:pt x="160" y="3"/>
                      <a:pt x="160" y="1"/>
                    </a:cubicBezTo>
                    <a:cubicBezTo>
                      <a:pt x="160" y="0"/>
                      <a:pt x="159" y="0"/>
                      <a:pt x="158" y="0"/>
                    </a:cubicBezTo>
                    <a:close/>
                    <a:moveTo>
                      <a:pt x="182" y="0"/>
                    </a:moveTo>
                    <a:cubicBezTo>
                      <a:pt x="172" y="0"/>
                      <a:pt x="172" y="0"/>
                      <a:pt x="172" y="0"/>
                    </a:cubicBezTo>
                    <a:cubicBezTo>
                      <a:pt x="171" y="0"/>
                      <a:pt x="170" y="0"/>
                      <a:pt x="170" y="1"/>
                    </a:cubicBezTo>
                    <a:cubicBezTo>
                      <a:pt x="170" y="3"/>
                      <a:pt x="171" y="3"/>
                      <a:pt x="172" y="3"/>
                    </a:cubicBezTo>
                    <a:cubicBezTo>
                      <a:pt x="182" y="3"/>
                      <a:pt x="182" y="3"/>
                      <a:pt x="182" y="3"/>
                    </a:cubicBezTo>
                    <a:cubicBezTo>
                      <a:pt x="183" y="3"/>
                      <a:pt x="184" y="3"/>
                      <a:pt x="184" y="1"/>
                    </a:cubicBezTo>
                    <a:cubicBezTo>
                      <a:pt x="184" y="0"/>
                      <a:pt x="183" y="0"/>
                      <a:pt x="182" y="0"/>
                    </a:cubicBezTo>
                    <a:close/>
                    <a:moveTo>
                      <a:pt x="206" y="0"/>
                    </a:moveTo>
                    <a:cubicBezTo>
                      <a:pt x="197" y="0"/>
                      <a:pt x="197" y="0"/>
                      <a:pt x="197" y="0"/>
                    </a:cubicBezTo>
                    <a:cubicBezTo>
                      <a:pt x="196" y="0"/>
                      <a:pt x="195" y="0"/>
                      <a:pt x="195" y="1"/>
                    </a:cubicBezTo>
                    <a:cubicBezTo>
                      <a:pt x="195" y="3"/>
                      <a:pt x="196" y="3"/>
                      <a:pt x="197" y="3"/>
                    </a:cubicBezTo>
                    <a:cubicBezTo>
                      <a:pt x="206" y="3"/>
                      <a:pt x="206" y="3"/>
                      <a:pt x="206" y="3"/>
                    </a:cubicBezTo>
                    <a:cubicBezTo>
                      <a:pt x="207" y="3"/>
                      <a:pt x="208" y="3"/>
                      <a:pt x="208" y="1"/>
                    </a:cubicBezTo>
                    <a:cubicBezTo>
                      <a:pt x="208" y="0"/>
                      <a:pt x="207" y="0"/>
                      <a:pt x="206" y="0"/>
                    </a:cubicBezTo>
                    <a:close/>
                    <a:moveTo>
                      <a:pt x="231" y="0"/>
                    </a:moveTo>
                    <a:cubicBezTo>
                      <a:pt x="221" y="0"/>
                      <a:pt x="221" y="0"/>
                      <a:pt x="221" y="0"/>
                    </a:cubicBezTo>
                    <a:cubicBezTo>
                      <a:pt x="220" y="0"/>
                      <a:pt x="219" y="0"/>
                      <a:pt x="219" y="1"/>
                    </a:cubicBezTo>
                    <a:cubicBezTo>
                      <a:pt x="219" y="3"/>
                      <a:pt x="220" y="3"/>
                      <a:pt x="221" y="3"/>
                    </a:cubicBezTo>
                    <a:cubicBezTo>
                      <a:pt x="231" y="3"/>
                      <a:pt x="231" y="3"/>
                      <a:pt x="231" y="3"/>
                    </a:cubicBezTo>
                    <a:cubicBezTo>
                      <a:pt x="232" y="3"/>
                      <a:pt x="233" y="3"/>
                      <a:pt x="233" y="1"/>
                    </a:cubicBezTo>
                    <a:cubicBezTo>
                      <a:pt x="233" y="0"/>
                      <a:pt x="232" y="0"/>
                      <a:pt x="231" y="0"/>
                    </a:cubicBezTo>
                    <a:close/>
                    <a:moveTo>
                      <a:pt x="255" y="0"/>
                    </a:moveTo>
                    <a:cubicBezTo>
                      <a:pt x="245" y="0"/>
                      <a:pt x="245" y="0"/>
                      <a:pt x="245" y="0"/>
                    </a:cubicBezTo>
                    <a:cubicBezTo>
                      <a:pt x="244" y="0"/>
                      <a:pt x="243" y="0"/>
                      <a:pt x="243" y="1"/>
                    </a:cubicBezTo>
                    <a:cubicBezTo>
                      <a:pt x="243" y="3"/>
                      <a:pt x="244" y="3"/>
                      <a:pt x="245" y="3"/>
                    </a:cubicBezTo>
                    <a:cubicBezTo>
                      <a:pt x="255" y="3"/>
                      <a:pt x="255" y="3"/>
                      <a:pt x="255" y="3"/>
                    </a:cubicBezTo>
                    <a:cubicBezTo>
                      <a:pt x="256" y="3"/>
                      <a:pt x="257" y="3"/>
                      <a:pt x="257" y="1"/>
                    </a:cubicBezTo>
                    <a:cubicBezTo>
                      <a:pt x="257" y="0"/>
                      <a:pt x="256" y="0"/>
                      <a:pt x="255" y="0"/>
                    </a:cubicBezTo>
                    <a:close/>
                    <a:moveTo>
                      <a:pt x="279" y="0"/>
                    </a:moveTo>
                    <a:cubicBezTo>
                      <a:pt x="270" y="0"/>
                      <a:pt x="270" y="0"/>
                      <a:pt x="270" y="0"/>
                    </a:cubicBezTo>
                    <a:cubicBezTo>
                      <a:pt x="269" y="0"/>
                      <a:pt x="268" y="0"/>
                      <a:pt x="268" y="1"/>
                    </a:cubicBezTo>
                    <a:cubicBezTo>
                      <a:pt x="268" y="3"/>
                      <a:pt x="269" y="3"/>
                      <a:pt x="270" y="3"/>
                    </a:cubicBezTo>
                    <a:cubicBezTo>
                      <a:pt x="279" y="3"/>
                      <a:pt x="279" y="3"/>
                      <a:pt x="279" y="3"/>
                    </a:cubicBezTo>
                    <a:cubicBezTo>
                      <a:pt x="280" y="3"/>
                      <a:pt x="281" y="3"/>
                      <a:pt x="281" y="1"/>
                    </a:cubicBezTo>
                    <a:cubicBezTo>
                      <a:pt x="281" y="0"/>
                      <a:pt x="280" y="0"/>
                      <a:pt x="279" y="0"/>
                    </a:cubicBezTo>
                    <a:close/>
                    <a:moveTo>
                      <a:pt x="304" y="0"/>
                    </a:moveTo>
                    <a:cubicBezTo>
                      <a:pt x="294" y="0"/>
                      <a:pt x="294" y="0"/>
                      <a:pt x="294" y="0"/>
                    </a:cubicBezTo>
                    <a:cubicBezTo>
                      <a:pt x="293" y="0"/>
                      <a:pt x="292" y="0"/>
                      <a:pt x="292" y="1"/>
                    </a:cubicBezTo>
                    <a:cubicBezTo>
                      <a:pt x="292" y="3"/>
                      <a:pt x="293" y="3"/>
                      <a:pt x="294" y="3"/>
                    </a:cubicBezTo>
                    <a:cubicBezTo>
                      <a:pt x="304" y="3"/>
                      <a:pt x="304" y="3"/>
                      <a:pt x="304" y="3"/>
                    </a:cubicBezTo>
                    <a:cubicBezTo>
                      <a:pt x="305" y="3"/>
                      <a:pt x="306" y="3"/>
                      <a:pt x="306" y="1"/>
                    </a:cubicBezTo>
                    <a:cubicBezTo>
                      <a:pt x="306" y="0"/>
                      <a:pt x="305" y="0"/>
                      <a:pt x="304" y="0"/>
                    </a:cubicBezTo>
                    <a:close/>
                    <a:moveTo>
                      <a:pt x="328" y="0"/>
                    </a:moveTo>
                    <a:cubicBezTo>
                      <a:pt x="318" y="0"/>
                      <a:pt x="318" y="0"/>
                      <a:pt x="318" y="0"/>
                    </a:cubicBezTo>
                    <a:cubicBezTo>
                      <a:pt x="317" y="0"/>
                      <a:pt x="316" y="0"/>
                      <a:pt x="316" y="1"/>
                    </a:cubicBezTo>
                    <a:cubicBezTo>
                      <a:pt x="316" y="3"/>
                      <a:pt x="317" y="3"/>
                      <a:pt x="318" y="3"/>
                    </a:cubicBezTo>
                    <a:cubicBezTo>
                      <a:pt x="328" y="3"/>
                      <a:pt x="328" y="3"/>
                      <a:pt x="328" y="3"/>
                    </a:cubicBezTo>
                    <a:cubicBezTo>
                      <a:pt x="329" y="3"/>
                      <a:pt x="330" y="3"/>
                      <a:pt x="330" y="1"/>
                    </a:cubicBezTo>
                    <a:cubicBezTo>
                      <a:pt x="330" y="0"/>
                      <a:pt x="329" y="0"/>
                      <a:pt x="328" y="0"/>
                    </a:cubicBezTo>
                    <a:close/>
                    <a:moveTo>
                      <a:pt x="352" y="0"/>
                    </a:moveTo>
                    <a:cubicBezTo>
                      <a:pt x="343" y="0"/>
                      <a:pt x="343" y="0"/>
                      <a:pt x="343" y="0"/>
                    </a:cubicBezTo>
                    <a:cubicBezTo>
                      <a:pt x="342" y="0"/>
                      <a:pt x="341" y="0"/>
                      <a:pt x="341" y="1"/>
                    </a:cubicBezTo>
                    <a:cubicBezTo>
                      <a:pt x="341" y="3"/>
                      <a:pt x="342" y="3"/>
                      <a:pt x="343" y="3"/>
                    </a:cubicBezTo>
                    <a:cubicBezTo>
                      <a:pt x="352" y="3"/>
                      <a:pt x="352" y="3"/>
                      <a:pt x="352" y="3"/>
                    </a:cubicBezTo>
                    <a:cubicBezTo>
                      <a:pt x="353" y="3"/>
                      <a:pt x="354" y="3"/>
                      <a:pt x="354" y="1"/>
                    </a:cubicBezTo>
                    <a:cubicBezTo>
                      <a:pt x="354" y="0"/>
                      <a:pt x="353" y="0"/>
                      <a:pt x="352" y="0"/>
                    </a:cubicBezTo>
                    <a:close/>
                    <a:moveTo>
                      <a:pt x="377" y="0"/>
                    </a:moveTo>
                    <a:cubicBezTo>
                      <a:pt x="367" y="0"/>
                      <a:pt x="367" y="0"/>
                      <a:pt x="367" y="0"/>
                    </a:cubicBezTo>
                    <a:cubicBezTo>
                      <a:pt x="366" y="0"/>
                      <a:pt x="365" y="0"/>
                      <a:pt x="365" y="1"/>
                    </a:cubicBezTo>
                    <a:cubicBezTo>
                      <a:pt x="365" y="3"/>
                      <a:pt x="366" y="3"/>
                      <a:pt x="367" y="3"/>
                    </a:cubicBezTo>
                    <a:cubicBezTo>
                      <a:pt x="377" y="3"/>
                      <a:pt x="377" y="3"/>
                      <a:pt x="377" y="3"/>
                    </a:cubicBezTo>
                    <a:cubicBezTo>
                      <a:pt x="378" y="3"/>
                      <a:pt x="379" y="3"/>
                      <a:pt x="379" y="1"/>
                    </a:cubicBezTo>
                    <a:cubicBezTo>
                      <a:pt x="379" y="0"/>
                      <a:pt x="378" y="0"/>
                      <a:pt x="377" y="0"/>
                    </a:cubicBezTo>
                    <a:close/>
                    <a:moveTo>
                      <a:pt x="401" y="0"/>
                    </a:moveTo>
                    <a:cubicBezTo>
                      <a:pt x="391" y="0"/>
                      <a:pt x="391" y="0"/>
                      <a:pt x="391" y="0"/>
                    </a:cubicBezTo>
                    <a:cubicBezTo>
                      <a:pt x="390" y="0"/>
                      <a:pt x="389" y="0"/>
                      <a:pt x="389" y="1"/>
                    </a:cubicBezTo>
                    <a:cubicBezTo>
                      <a:pt x="389" y="3"/>
                      <a:pt x="390" y="3"/>
                      <a:pt x="391" y="3"/>
                    </a:cubicBezTo>
                    <a:cubicBezTo>
                      <a:pt x="401" y="3"/>
                      <a:pt x="401" y="3"/>
                      <a:pt x="401" y="3"/>
                    </a:cubicBezTo>
                    <a:cubicBezTo>
                      <a:pt x="402" y="3"/>
                      <a:pt x="403" y="3"/>
                      <a:pt x="403" y="1"/>
                    </a:cubicBezTo>
                    <a:cubicBezTo>
                      <a:pt x="403" y="0"/>
                      <a:pt x="402" y="0"/>
                      <a:pt x="401" y="0"/>
                    </a:cubicBezTo>
                    <a:close/>
                    <a:moveTo>
                      <a:pt x="425" y="0"/>
                    </a:moveTo>
                    <a:cubicBezTo>
                      <a:pt x="416" y="0"/>
                      <a:pt x="416" y="0"/>
                      <a:pt x="416" y="0"/>
                    </a:cubicBezTo>
                    <a:cubicBezTo>
                      <a:pt x="415" y="0"/>
                      <a:pt x="414" y="0"/>
                      <a:pt x="414" y="1"/>
                    </a:cubicBezTo>
                    <a:cubicBezTo>
                      <a:pt x="414" y="3"/>
                      <a:pt x="415" y="3"/>
                      <a:pt x="416" y="3"/>
                    </a:cubicBezTo>
                    <a:cubicBezTo>
                      <a:pt x="425" y="3"/>
                      <a:pt x="425" y="3"/>
                      <a:pt x="425" y="3"/>
                    </a:cubicBezTo>
                    <a:cubicBezTo>
                      <a:pt x="426" y="3"/>
                      <a:pt x="427" y="3"/>
                      <a:pt x="427" y="1"/>
                    </a:cubicBezTo>
                    <a:cubicBezTo>
                      <a:pt x="427" y="0"/>
                      <a:pt x="426" y="0"/>
                      <a:pt x="4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0" name="Google Shape;1273;p37"/>
              <p:cNvSpPr/>
              <p:nvPr/>
            </p:nvSpPr>
            <p:spPr>
              <a:xfrm>
                <a:off x="5769360" y="3416760"/>
                <a:ext cx="20520" cy="19080"/>
              </a:xfrm>
              <a:custGeom>
                <a:avLst/>
                <a:gdLst>
                  <a:gd name="textAreaLeft" fmla="*/ 0 w 20520"/>
                  <a:gd name="textAreaRight" fmla="*/ 20880 w 20520"/>
                  <a:gd name="textAreaTop" fmla="*/ 0 h 19080"/>
                  <a:gd name="textAreaBottom" fmla="*/ 19440 h 19080"/>
                </a:gdLst>
                <a:ahLst/>
                <a:cxnLst/>
                <a:rect l="textAreaLeft" t="textAreaTop" r="textAreaRight" b="textAreaBottom"/>
                <a:pathLst>
                  <a:path w="8" h="8">
                    <a:moveTo>
                      <a:pt x="6" y="5"/>
                    </a:moveTo>
                    <a:cubicBezTo>
                      <a:pt x="4" y="5"/>
                      <a:pt x="4" y="5"/>
                      <a:pt x="4" y="5"/>
                    </a:cubicBezTo>
                    <a:cubicBezTo>
                      <a:pt x="4" y="2"/>
                      <a:pt x="4" y="2"/>
                      <a:pt x="4" y="2"/>
                    </a:cubicBezTo>
                    <a:cubicBezTo>
                      <a:pt x="4" y="1"/>
                      <a:pt x="3" y="0"/>
                      <a:pt x="2" y="0"/>
                    </a:cubicBezTo>
                    <a:cubicBezTo>
                      <a:pt x="1" y="0"/>
                      <a:pt x="0" y="1"/>
                      <a:pt x="0" y="2"/>
                    </a:cubicBezTo>
                    <a:cubicBezTo>
                      <a:pt x="0" y="6"/>
                      <a:pt x="0" y="6"/>
                      <a:pt x="0" y="6"/>
                    </a:cubicBezTo>
                    <a:cubicBezTo>
                      <a:pt x="0" y="7"/>
                      <a:pt x="0" y="7"/>
                      <a:pt x="0" y="8"/>
                    </a:cubicBezTo>
                    <a:cubicBezTo>
                      <a:pt x="1" y="8"/>
                      <a:pt x="1" y="8"/>
                      <a:pt x="2" y="8"/>
                    </a:cubicBezTo>
                    <a:cubicBezTo>
                      <a:pt x="6" y="8"/>
                      <a:pt x="6" y="8"/>
                      <a:pt x="6" y="8"/>
                    </a:cubicBezTo>
                    <a:cubicBezTo>
                      <a:pt x="7" y="8"/>
                      <a:pt x="8" y="8"/>
                      <a:pt x="8" y="6"/>
                    </a:cubicBezTo>
                    <a:cubicBezTo>
                      <a:pt x="8" y="5"/>
                      <a:pt x="7" y="5"/>
                      <a:pt x="6" y="5"/>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1" name="Google Shape;1274;p37"/>
              <p:cNvSpPr/>
              <p:nvPr/>
            </p:nvSpPr>
            <p:spPr>
              <a:xfrm>
                <a:off x="5769360" y="2414520"/>
                <a:ext cx="10080" cy="975600"/>
              </a:xfrm>
              <a:custGeom>
                <a:avLst/>
                <a:gdLst>
                  <a:gd name="textAreaLeft" fmla="*/ 0 w 10080"/>
                  <a:gd name="textAreaRight" fmla="*/ 10440 w 10080"/>
                  <a:gd name="textAreaTop" fmla="*/ 0 h 975600"/>
                  <a:gd name="textAreaBottom" fmla="*/ 975960 h 975600"/>
                </a:gdLst>
                <a:ahLst/>
                <a:cxnLst/>
                <a:rect l="textAreaLeft" t="textAreaTop" r="textAreaRight" b="textAreaBottom"/>
                <a:pathLst>
                  <a:path w="4" h="387">
                    <a:moveTo>
                      <a:pt x="4" y="11"/>
                    </a:moveTo>
                    <a:cubicBezTo>
                      <a:pt x="4" y="2"/>
                      <a:pt x="4" y="2"/>
                      <a:pt x="4" y="2"/>
                    </a:cubicBezTo>
                    <a:cubicBezTo>
                      <a:pt x="4" y="1"/>
                      <a:pt x="3" y="0"/>
                      <a:pt x="2" y="0"/>
                    </a:cubicBezTo>
                    <a:cubicBezTo>
                      <a:pt x="1" y="0"/>
                      <a:pt x="0" y="1"/>
                      <a:pt x="0" y="2"/>
                    </a:cubicBezTo>
                    <a:cubicBezTo>
                      <a:pt x="0" y="11"/>
                      <a:pt x="0" y="11"/>
                      <a:pt x="0" y="11"/>
                    </a:cubicBezTo>
                    <a:cubicBezTo>
                      <a:pt x="0" y="13"/>
                      <a:pt x="1" y="13"/>
                      <a:pt x="2" y="13"/>
                    </a:cubicBezTo>
                    <a:cubicBezTo>
                      <a:pt x="3" y="13"/>
                      <a:pt x="4" y="13"/>
                      <a:pt x="4" y="11"/>
                    </a:cubicBezTo>
                    <a:close/>
                    <a:moveTo>
                      <a:pt x="4" y="35"/>
                    </a:moveTo>
                    <a:cubicBezTo>
                      <a:pt x="4" y="25"/>
                      <a:pt x="4" y="25"/>
                      <a:pt x="4" y="25"/>
                    </a:cubicBezTo>
                    <a:cubicBezTo>
                      <a:pt x="4" y="24"/>
                      <a:pt x="3" y="24"/>
                      <a:pt x="2" y="24"/>
                    </a:cubicBezTo>
                    <a:cubicBezTo>
                      <a:pt x="1" y="24"/>
                      <a:pt x="0" y="24"/>
                      <a:pt x="0" y="25"/>
                    </a:cubicBezTo>
                    <a:cubicBezTo>
                      <a:pt x="0" y="35"/>
                      <a:pt x="0" y="35"/>
                      <a:pt x="0" y="35"/>
                    </a:cubicBezTo>
                    <a:cubicBezTo>
                      <a:pt x="0" y="36"/>
                      <a:pt x="1" y="37"/>
                      <a:pt x="2" y="37"/>
                    </a:cubicBezTo>
                    <a:cubicBezTo>
                      <a:pt x="3" y="37"/>
                      <a:pt x="4" y="36"/>
                      <a:pt x="4" y="35"/>
                    </a:cubicBezTo>
                    <a:close/>
                    <a:moveTo>
                      <a:pt x="4" y="58"/>
                    </a:moveTo>
                    <a:cubicBezTo>
                      <a:pt x="4" y="49"/>
                      <a:pt x="4" y="49"/>
                      <a:pt x="4" y="49"/>
                    </a:cubicBezTo>
                    <a:cubicBezTo>
                      <a:pt x="4" y="48"/>
                      <a:pt x="3" y="47"/>
                      <a:pt x="2" y="47"/>
                    </a:cubicBezTo>
                    <a:cubicBezTo>
                      <a:pt x="1" y="47"/>
                      <a:pt x="0" y="48"/>
                      <a:pt x="0" y="49"/>
                    </a:cubicBezTo>
                    <a:cubicBezTo>
                      <a:pt x="0" y="58"/>
                      <a:pt x="0" y="58"/>
                      <a:pt x="0" y="58"/>
                    </a:cubicBezTo>
                    <a:cubicBezTo>
                      <a:pt x="0" y="59"/>
                      <a:pt x="1" y="60"/>
                      <a:pt x="2" y="60"/>
                    </a:cubicBezTo>
                    <a:cubicBezTo>
                      <a:pt x="3" y="60"/>
                      <a:pt x="4" y="59"/>
                      <a:pt x="4" y="58"/>
                    </a:cubicBezTo>
                    <a:close/>
                    <a:moveTo>
                      <a:pt x="4" y="81"/>
                    </a:moveTo>
                    <a:cubicBezTo>
                      <a:pt x="4" y="72"/>
                      <a:pt x="4" y="72"/>
                      <a:pt x="4" y="72"/>
                    </a:cubicBezTo>
                    <a:cubicBezTo>
                      <a:pt x="4" y="71"/>
                      <a:pt x="3" y="70"/>
                      <a:pt x="2" y="70"/>
                    </a:cubicBezTo>
                    <a:cubicBezTo>
                      <a:pt x="1" y="70"/>
                      <a:pt x="0" y="71"/>
                      <a:pt x="0" y="72"/>
                    </a:cubicBezTo>
                    <a:cubicBezTo>
                      <a:pt x="0" y="81"/>
                      <a:pt x="0" y="81"/>
                      <a:pt x="0" y="81"/>
                    </a:cubicBezTo>
                    <a:cubicBezTo>
                      <a:pt x="0" y="83"/>
                      <a:pt x="1" y="83"/>
                      <a:pt x="2" y="83"/>
                    </a:cubicBezTo>
                    <a:cubicBezTo>
                      <a:pt x="3" y="83"/>
                      <a:pt x="4" y="83"/>
                      <a:pt x="4" y="81"/>
                    </a:cubicBezTo>
                    <a:close/>
                    <a:moveTo>
                      <a:pt x="4" y="105"/>
                    </a:moveTo>
                    <a:cubicBezTo>
                      <a:pt x="4" y="95"/>
                      <a:pt x="4" y="95"/>
                      <a:pt x="4" y="95"/>
                    </a:cubicBezTo>
                    <a:cubicBezTo>
                      <a:pt x="4" y="94"/>
                      <a:pt x="3" y="94"/>
                      <a:pt x="2" y="94"/>
                    </a:cubicBezTo>
                    <a:cubicBezTo>
                      <a:pt x="1" y="94"/>
                      <a:pt x="0" y="94"/>
                      <a:pt x="0" y="95"/>
                    </a:cubicBezTo>
                    <a:cubicBezTo>
                      <a:pt x="0" y="105"/>
                      <a:pt x="0" y="105"/>
                      <a:pt x="0" y="105"/>
                    </a:cubicBezTo>
                    <a:cubicBezTo>
                      <a:pt x="0" y="106"/>
                      <a:pt x="1" y="107"/>
                      <a:pt x="2" y="107"/>
                    </a:cubicBezTo>
                    <a:cubicBezTo>
                      <a:pt x="3" y="107"/>
                      <a:pt x="4" y="106"/>
                      <a:pt x="4" y="105"/>
                    </a:cubicBezTo>
                    <a:close/>
                    <a:moveTo>
                      <a:pt x="4" y="128"/>
                    </a:moveTo>
                    <a:cubicBezTo>
                      <a:pt x="4" y="119"/>
                      <a:pt x="4" y="119"/>
                      <a:pt x="4" y="119"/>
                    </a:cubicBezTo>
                    <a:cubicBezTo>
                      <a:pt x="4" y="118"/>
                      <a:pt x="3" y="117"/>
                      <a:pt x="2" y="117"/>
                    </a:cubicBezTo>
                    <a:cubicBezTo>
                      <a:pt x="1" y="117"/>
                      <a:pt x="0" y="118"/>
                      <a:pt x="0" y="119"/>
                    </a:cubicBezTo>
                    <a:cubicBezTo>
                      <a:pt x="0" y="128"/>
                      <a:pt x="0" y="128"/>
                      <a:pt x="0" y="128"/>
                    </a:cubicBezTo>
                    <a:cubicBezTo>
                      <a:pt x="0" y="129"/>
                      <a:pt x="1" y="130"/>
                      <a:pt x="2" y="130"/>
                    </a:cubicBezTo>
                    <a:cubicBezTo>
                      <a:pt x="3" y="130"/>
                      <a:pt x="4" y="129"/>
                      <a:pt x="4" y="128"/>
                    </a:cubicBezTo>
                    <a:close/>
                    <a:moveTo>
                      <a:pt x="4" y="151"/>
                    </a:moveTo>
                    <a:cubicBezTo>
                      <a:pt x="4" y="142"/>
                      <a:pt x="4" y="142"/>
                      <a:pt x="4" y="142"/>
                    </a:cubicBezTo>
                    <a:cubicBezTo>
                      <a:pt x="4" y="141"/>
                      <a:pt x="3" y="140"/>
                      <a:pt x="2" y="140"/>
                    </a:cubicBezTo>
                    <a:cubicBezTo>
                      <a:pt x="1" y="140"/>
                      <a:pt x="0" y="141"/>
                      <a:pt x="0" y="142"/>
                    </a:cubicBezTo>
                    <a:cubicBezTo>
                      <a:pt x="0" y="151"/>
                      <a:pt x="0" y="151"/>
                      <a:pt x="0" y="151"/>
                    </a:cubicBezTo>
                    <a:cubicBezTo>
                      <a:pt x="0" y="153"/>
                      <a:pt x="1" y="153"/>
                      <a:pt x="2" y="153"/>
                    </a:cubicBezTo>
                    <a:cubicBezTo>
                      <a:pt x="3" y="153"/>
                      <a:pt x="4" y="153"/>
                      <a:pt x="4" y="151"/>
                    </a:cubicBezTo>
                    <a:close/>
                    <a:moveTo>
                      <a:pt x="4" y="175"/>
                    </a:moveTo>
                    <a:cubicBezTo>
                      <a:pt x="4" y="165"/>
                      <a:pt x="4" y="165"/>
                      <a:pt x="4" y="165"/>
                    </a:cubicBezTo>
                    <a:cubicBezTo>
                      <a:pt x="4" y="164"/>
                      <a:pt x="3" y="164"/>
                      <a:pt x="2" y="164"/>
                    </a:cubicBezTo>
                    <a:cubicBezTo>
                      <a:pt x="1" y="164"/>
                      <a:pt x="0" y="164"/>
                      <a:pt x="0" y="165"/>
                    </a:cubicBezTo>
                    <a:cubicBezTo>
                      <a:pt x="0" y="175"/>
                      <a:pt x="0" y="175"/>
                      <a:pt x="0" y="175"/>
                    </a:cubicBezTo>
                    <a:cubicBezTo>
                      <a:pt x="0" y="176"/>
                      <a:pt x="1" y="177"/>
                      <a:pt x="2" y="177"/>
                    </a:cubicBezTo>
                    <a:cubicBezTo>
                      <a:pt x="3" y="177"/>
                      <a:pt x="4" y="176"/>
                      <a:pt x="4" y="175"/>
                    </a:cubicBezTo>
                    <a:close/>
                    <a:moveTo>
                      <a:pt x="4" y="198"/>
                    </a:moveTo>
                    <a:cubicBezTo>
                      <a:pt x="4" y="189"/>
                      <a:pt x="4" y="189"/>
                      <a:pt x="4" y="189"/>
                    </a:cubicBezTo>
                    <a:cubicBezTo>
                      <a:pt x="4" y="188"/>
                      <a:pt x="3" y="187"/>
                      <a:pt x="2" y="187"/>
                    </a:cubicBezTo>
                    <a:cubicBezTo>
                      <a:pt x="1" y="187"/>
                      <a:pt x="0" y="188"/>
                      <a:pt x="0" y="189"/>
                    </a:cubicBezTo>
                    <a:cubicBezTo>
                      <a:pt x="0" y="198"/>
                      <a:pt x="0" y="198"/>
                      <a:pt x="0" y="198"/>
                    </a:cubicBezTo>
                    <a:cubicBezTo>
                      <a:pt x="0" y="199"/>
                      <a:pt x="1" y="200"/>
                      <a:pt x="2" y="200"/>
                    </a:cubicBezTo>
                    <a:cubicBezTo>
                      <a:pt x="3" y="200"/>
                      <a:pt x="4" y="199"/>
                      <a:pt x="4" y="198"/>
                    </a:cubicBezTo>
                    <a:close/>
                    <a:moveTo>
                      <a:pt x="4" y="221"/>
                    </a:moveTo>
                    <a:cubicBezTo>
                      <a:pt x="4" y="212"/>
                      <a:pt x="4" y="212"/>
                      <a:pt x="4" y="212"/>
                    </a:cubicBezTo>
                    <a:cubicBezTo>
                      <a:pt x="4" y="211"/>
                      <a:pt x="3" y="210"/>
                      <a:pt x="2" y="210"/>
                    </a:cubicBezTo>
                    <a:cubicBezTo>
                      <a:pt x="1" y="210"/>
                      <a:pt x="0" y="211"/>
                      <a:pt x="0" y="212"/>
                    </a:cubicBezTo>
                    <a:cubicBezTo>
                      <a:pt x="0" y="221"/>
                      <a:pt x="0" y="221"/>
                      <a:pt x="0" y="221"/>
                    </a:cubicBezTo>
                    <a:cubicBezTo>
                      <a:pt x="0" y="222"/>
                      <a:pt x="1" y="223"/>
                      <a:pt x="2" y="223"/>
                    </a:cubicBezTo>
                    <a:cubicBezTo>
                      <a:pt x="3" y="223"/>
                      <a:pt x="4" y="222"/>
                      <a:pt x="4" y="221"/>
                    </a:cubicBezTo>
                    <a:close/>
                    <a:moveTo>
                      <a:pt x="4" y="245"/>
                    </a:moveTo>
                    <a:cubicBezTo>
                      <a:pt x="4" y="235"/>
                      <a:pt x="4" y="235"/>
                      <a:pt x="4" y="235"/>
                    </a:cubicBezTo>
                    <a:cubicBezTo>
                      <a:pt x="4" y="234"/>
                      <a:pt x="3" y="234"/>
                      <a:pt x="2" y="234"/>
                    </a:cubicBezTo>
                    <a:cubicBezTo>
                      <a:pt x="1" y="234"/>
                      <a:pt x="0" y="234"/>
                      <a:pt x="0" y="235"/>
                    </a:cubicBezTo>
                    <a:cubicBezTo>
                      <a:pt x="0" y="245"/>
                      <a:pt x="0" y="245"/>
                      <a:pt x="0" y="245"/>
                    </a:cubicBezTo>
                    <a:cubicBezTo>
                      <a:pt x="0" y="246"/>
                      <a:pt x="1" y="247"/>
                      <a:pt x="2" y="247"/>
                    </a:cubicBezTo>
                    <a:cubicBezTo>
                      <a:pt x="3" y="247"/>
                      <a:pt x="4" y="246"/>
                      <a:pt x="4" y="245"/>
                    </a:cubicBezTo>
                    <a:close/>
                    <a:moveTo>
                      <a:pt x="4" y="268"/>
                    </a:moveTo>
                    <a:cubicBezTo>
                      <a:pt x="4" y="259"/>
                      <a:pt x="4" y="259"/>
                      <a:pt x="4" y="259"/>
                    </a:cubicBezTo>
                    <a:cubicBezTo>
                      <a:pt x="4" y="258"/>
                      <a:pt x="3" y="257"/>
                      <a:pt x="2" y="257"/>
                    </a:cubicBezTo>
                    <a:cubicBezTo>
                      <a:pt x="1" y="257"/>
                      <a:pt x="0" y="258"/>
                      <a:pt x="0" y="259"/>
                    </a:cubicBezTo>
                    <a:cubicBezTo>
                      <a:pt x="0" y="268"/>
                      <a:pt x="0" y="268"/>
                      <a:pt x="0" y="268"/>
                    </a:cubicBezTo>
                    <a:cubicBezTo>
                      <a:pt x="0" y="269"/>
                      <a:pt x="1" y="270"/>
                      <a:pt x="2" y="270"/>
                    </a:cubicBezTo>
                    <a:cubicBezTo>
                      <a:pt x="3" y="270"/>
                      <a:pt x="4" y="269"/>
                      <a:pt x="4" y="268"/>
                    </a:cubicBezTo>
                    <a:close/>
                    <a:moveTo>
                      <a:pt x="4" y="291"/>
                    </a:moveTo>
                    <a:cubicBezTo>
                      <a:pt x="4" y="282"/>
                      <a:pt x="4" y="282"/>
                      <a:pt x="4" y="282"/>
                    </a:cubicBezTo>
                    <a:cubicBezTo>
                      <a:pt x="4" y="281"/>
                      <a:pt x="3" y="280"/>
                      <a:pt x="2" y="280"/>
                    </a:cubicBezTo>
                    <a:cubicBezTo>
                      <a:pt x="1" y="280"/>
                      <a:pt x="0" y="281"/>
                      <a:pt x="0" y="282"/>
                    </a:cubicBezTo>
                    <a:cubicBezTo>
                      <a:pt x="0" y="291"/>
                      <a:pt x="0" y="291"/>
                      <a:pt x="0" y="291"/>
                    </a:cubicBezTo>
                    <a:cubicBezTo>
                      <a:pt x="0" y="292"/>
                      <a:pt x="1" y="293"/>
                      <a:pt x="2" y="293"/>
                    </a:cubicBezTo>
                    <a:cubicBezTo>
                      <a:pt x="3" y="293"/>
                      <a:pt x="4" y="292"/>
                      <a:pt x="4" y="291"/>
                    </a:cubicBezTo>
                    <a:close/>
                    <a:moveTo>
                      <a:pt x="4" y="315"/>
                    </a:moveTo>
                    <a:cubicBezTo>
                      <a:pt x="4" y="305"/>
                      <a:pt x="4" y="305"/>
                      <a:pt x="4" y="305"/>
                    </a:cubicBezTo>
                    <a:cubicBezTo>
                      <a:pt x="4" y="304"/>
                      <a:pt x="3" y="304"/>
                      <a:pt x="2" y="304"/>
                    </a:cubicBezTo>
                    <a:cubicBezTo>
                      <a:pt x="1" y="304"/>
                      <a:pt x="0" y="304"/>
                      <a:pt x="0" y="305"/>
                    </a:cubicBezTo>
                    <a:cubicBezTo>
                      <a:pt x="0" y="315"/>
                      <a:pt x="0" y="315"/>
                      <a:pt x="0" y="315"/>
                    </a:cubicBezTo>
                    <a:cubicBezTo>
                      <a:pt x="0" y="316"/>
                      <a:pt x="1" y="317"/>
                      <a:pt x="2" y="317"/>
                    </a:cubicBezTo>
                    <a:cubicBezTo>
                      <a:pt x="3" y="317"/>
                      <a:pt x="4" y="316"/>
                      <a:pt x="4" y="315"/>
                    </a:cubicBezTo>
                    <a:close/>
                    <a:moveTo>
                      <a:pt x="4" y="338"/>
                    </a:moveTo>
                    <a:cubicBezTo>
                      <a:pt x="4" y="329"/>
                      <a:pt x="4" y="329"/>
                      <a:pt x="4" y="329"/>
                    </a:cubicBezTo>
                    <a:cubicBezTo>
                      <a:pt x="4" y="328"/>
                      <a:pt x="3" y="327"/>
                      <a:pt x="2" y="327"/>
                    </a:cubicBezTo>
                    <a:cubicBezTo>
                      <a:pt x="1" y="327"/>
                      <a:pt x="0" y="328"/>
                      <a:pt x="0" y="329"/>
                    </a:cubicBezTo>
                    <a:cubicBezTo>
                      <a:pt x="0" y="338"/>
                      <a:pt x="0" y="338"/>
                      <a:pt x="0" y="338"/>
                    </a:cubicBezTo>
                    <a:cubicBezTo>
                      <a:pt x="0" y="339"/>
                      <a:pt x="1" y="340"/>
                      <a:pt x="2" y="340"/>
                    </a:cubicBezTo>
                    <a:cubicBezTo>
                      <a:pt x="3" y="340"/>
                      <a:pt x="4" y="339"/>
                      <a:pt x="4" y="338"/>
                    </a:cubicBezTo>
                    <a:close/>
                    <a:moveTo>
                      <a:pt x="4" y="361"/>
                    </a:moveTo>
                    <a:cubicBezTo>
                      <a:pt x="4" y="352"/>
                      <a:pt x="4" y="352"/>
                      <a:pt x="4" y="352"/>
                    </a:cubicBezTo>
                    <a:cubicBezTo>
                      <a:pt x="4" y="351"/>
                      <a:pt x="3" y="350"/>
                      <a:pt x="2" y="350"/>
                    </a:cubicBezTo>
                    <a:cubicBezTo>
                      <a:pt x="1" y="350"/>
                      <a:pt x="0" y="351"/>
                      <a:pt x="0" y="352"/>
                    </a:cubicBezTo>
                    <a:cubicBezTo>
                      <a:pt x="0" y="361"/>
                      <a:pt x="0" y="361"/>
                      <a:pt x="0" y="361"/>
                    </a:cubicBezTo>
                    <a:cubicBezTo>
                      <a:pt x="0" y="362"/>
                      <a:pt x="1" y="363"/>
                      <a:pt x="2" y="363"/>
                    </a:cubicBezTo>
                    <a:cubicBezTo>
                      <a:pt x="3" y="363"/>
                      <a:pt x="4" y="362"/>
                      <a:pt x="4" y="361"/>
                    </a:cubicBezTo>
                    <a:close/>
                    <a:moveTo>
                      <a:pt x="4" y="385"/>
                    </a:moveTo>
                    <a:cubicBezTo>
                      <a:pt x="4" y="375"/>
                      <a:pt x="4" y="375"/>
                      <a:pt x="4" y="375"/>
                    </a:cubicBezTo>
                    <a:cubicBezTo>
                      <a:pt x="4" y="374"/>
                      <a:pt x="3" y="374"/>
                      <a:pt x="2" y="374"/>
                    </a:cubicBezTo>
                    <a:cubicBezTo>
                      <a:pt x="1" y="374"/>
                      <a:pt x="0" y="374"/>
                      <a:pt x="0" y="375"/>
                    </a:cubicBezTo>
                    <a:cubicBezTo>
                      <a:pt x="0" y="385"/>
                      <a:pt x="0" y="385"/>
                      <a:pt x="0" y="385"/>
                    </a:cubicBezTo>
                    <a:cubicBezTo>
                      <a:pt x="0" y="386"/>
                      <a:pt x="1" y="387"/>
                      <a:pt x="2" y="387"/>
                    </a:cubicBezTo>
                    <a:cubicBezTo>
                      <a:pt x="3" y="387"/>
                      <a:pt x="4" y="386"/>
                      <a:pt x="4" y="385"/>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275;p37"/>
              <p:cNvSpPr/>
              <p:nvPr/>
            </p:nvSpPr>
            <p:spPr>
              <a:xfrm>
                <a:off x="5769360" y="2369160"/>
                <a:ext cx="20520" cy="20520"/>
              </a:xfrm>
              <a:custGeom>
                <a:avLst/>
                <a:gdLst>
                  <a:gd name="textAreaLeft" fmla="*/ 0 w 20520"/>
                  <a:gd name="textAreaRight" fmla="*/ 20880 w 20520"/>
                  <a:gd name="textAreaTop" fmla="*/ 0 h 20520"/>
                  <a:gd name="textAreaBottom" fmla="*/ 20880 h 20520"/>
                </a:gdLst>
                <a:ahLst/>
                <a:cxnLst/>
                <a:rect l="textAreaLeft" t="textAreaTop" r="textAreaRight" b="textAreaBottom"/>
                <a:pathLst>
                  <a:path w="8" h="8">
                    <a:moveTo>
                      <a:pt x="4" y="6"/>
                    </a:moveTo>
                    <a:cubicBezTo>
                      <a:pt x="4" y="3"/>
                      <a:pt x="4" y="3"/>
                      <a:pt x="4" y="3"/>
                    </a:cubicBezTo>
                    <a:cubicBezTo>
                      <a:pt x="6" y="3"/>
                      <a:pt x="6" y="3"/>
                      <a:pt x="6" y="3"/>
                    </a:cubicBezTo>
                    <a:cubicBezTo>
                      <a:pt x="7" y="3"/>
                      <a:pt x="8" y="2"/>
                      <a:pt x="8" y="1"/>
                    </a:cubicBezTo>
                    <a:cubicBezTo>
                      <a:pt x="8" y="0"/>
                      <a:pt x="7" y="0"/>
                      <a:pt x="6" y="0"/>
                    </a:cubicBezTo>
                    <a:cubicBezTo>
                      <a:pt x="2" y="0"/>
                      <a:pt x="2" y="0"/>
                      <a:pt x="2" y="0"/>
                    </a:cubicBezTo>
                    <a:cubicBezTo>
                      <a:pt x="1" y="0"/>
                      <a:pt x="1" y="0"/>
                      <a:pt x="0" y="0"/>
                    </a:cubicBezTo>
                    <a:cubicBezTo>
                      <a:pt x="0" y="0"/>
                      <a:pt x="0" y="1"/>
                      <a:pt x="0" y="1"/>
                    </a:cubicBezTo>
                    <a:cubicBezTo>
                      <a:pt x="0" y="6"/>
                      <a:pt x="0" y="6"/>
                      <a:pt x="0" y="6"/>
                    </a:cubicBezTo>
                    <a:cubicBezTo>
                      <a:pt x="0" y="7"/>
                      <a:pt x="1" y="8"/>
                      <a:pt x="2" y="8"/>
                    </a:cubicBezTo>
                    <a:cubicBezTo>
                      <a:pt x="3" y="8"/>
                      <a:pt x="4" y="7"/>
                      <a:pt x="4" y="6"/>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276;p37"/>
              <p:cNvSpPr/>
              <p:nvPr/>
            </p:nvSpPr>
            <p:spPr>
              <a:xfrm>
                <a:off x="5817240" y="236916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416" y="3"/>
                    </a:moveTo>
                    <a:cubicBezTo>
                      <a:pt x="425" y="3"/>
                      <a:pt x="425" y="3"/>
                      <a:pt x="425" y="3"/>
                    </a:cubicBezTo>
                    <a:cubicBezTo>
                      <a:pt x="426" y="3"/>
                      <a:pt x="427" y="2"/>
                      <a:pt x="427" y="1"/>
                    </a:cubicBezTo>
                    <a:cubicBezTo>
                      <a:pt x="427" y="0"/>
                      <a:pt x="426" y="0"/>
                      <a:pt x="425" y="0"/>
                    </a:cubicBezTo>
                    <a:cubicBezTo>
                      <a:pt x="416" y="0"/>
                      <a:pt x="416" y="0"/>
                      <a:pt x="416" y="0"/>
                    </a:cubicBezTo>
                    <a:cubicBezTo>
                      <a:pt x="415" y="0"/>
                      <a:pt x="414" y="0"/>
                      <a:pt x="414" y="1"/>
                    </a:cubicBezTo>
                    <a:cubicBezTo>
                      <a:pt x="414" y="2"/>
                      <a:pt x="415" y="3"/>
                      <a:pt x="416" y="3"/>
                    </a:cubicBezTo>
                    <a:close/>
                    <a:moveTo>
                      <a:pt x="391" y="3"/>
                    </a:moveTo>
                    <a:cubicBezTo>
                      <a:pt x="401" y="3"/>
                      <a:pt x="401" y="3"/>
                      <a:pt x="401" y="3"/>
                    </a:cubicBezTo>
                    <a:cubicBezTo>
                      <a:pt x="402" y="3"/>
                      <a:pt x="403" y="2"/>
                      <a:pt x="403" y="1"/>
                    </a:cubicBezTo>
                    <a:cubicBezTo>
                      <a:pt x="403" y="0"/>
                      <a:pt x="402" y="0"/>
                      <a:pt x="401" y="0"/>
                    </a:cubicBezTo>
                    <a:cubicBezTo>
                      <a:pt x="391" y="0"/>
                      <a:pt x="391" y="0"/>
                      <a:pt x="391" y="0"/>
                    </a:cubicBezTo>
                    <a:cubicBezTo>
                      <a:pt x="390" y="0"/>
                      <a:pt x="389" y="0"/>
                      <a:pt x="389" y="1"/>
                    </a:cubicBezTo>
                    <a:cubicBezTo>
                      <a:pt x="389" y="2"/>
                      <a:pt x="390" y="3"/>
                      <a:pt x="391" y="3"/>
                    </a:cubicBezTo>
                    <a:close/>
                    <a:moveTo>
                      <a:pt x="367" y="3"/>
                    </a:moveTo>
                    <a:cubicBezTo>
                      <a:pt x="377" y="3"/>
                      <a:pt x="377" y="3"/>
                      <a:pt x="377" y="3"/>
                    </a:cubicBezTo>
                    <a:cubicBezTo>
                      <a:pt x="378" y="3"/>
                      <a:pt x="379" y="2"/>
                      <a:pt x="379" y="1"/>
                    </a:cubicBezTo>
                    <a:cubicBezTo>
                      <a:pt x="379" y="0"/>
                      <a:pt x="378" y="0"/>
                      <a:pt x="377" y="0"/>
                    </a:cubicBezTo>
                    <a:cubicBezTo>
                      <a:pt x="367" y="0"/>
                      <a:pt x="367" y="0"/>
                      <a:pt x="367" y="0"/>
                    </a:cubicBezTo>
                    <a:cubicBezTo>
                      <a:pt x="366" y="0"/>
                      <a:pt x="365" y="0"/>
                      <a:pt x="365" y="1"/>
                    </a:cubicBezTo>
                    <a:cubicBezTo>
                      <a:pt x="365" y="2"/>
                      <a:pt x="366" y="3"/>
                      <a:pt x="367" y="3"/>
                    </a:cubicBezTo>
                    <a:close/>
                    <a:moveTo>
                      <a:pt x="343" y="3"/>
                    </a:moveTo>
                    <a:cubicBezTo>
                      <a:pt x="352" y="3"/>
                      <a:pt x="352" y="3"/>
                      <a:pt x="352" y="3"/>
                    </a:cubicBezTo>
                    <a:cubicBezTo>
                      <a:pt x="353" y="3"/>
                      <a:pt x="354" y="2"/>
                      <a:pt x="354" y="1"/>
                    </a:cubicBezTo>
                    <a:cubicBezTo>
                      <a:pt x="354" y="0"/>
                      <a:pt x="353" y="0"/>
                      <a:pt x="352" y="0"/>
                    </a:cubicBezTo>
                    <a:cubicBezTo>
                      <a:pt x="343" y="0"/>
                      <a:pt x="343" y="0"/>
                      <a:pt x="343" y="0"/>
                    </a:cubicBezTo>
                    <a:cubicBezTo>
                      <a:pt x="342" y="0"/>
                      <a:pt x="341" y="0"/>
                      <a:pt x="341" y="1"/>
                    </a:cubicBezTo>
                    <a:cubicBezTo>
                      <a:pt x="341" y="2"/>
                      <a:pt x="342" y="3"/>
                      <a:pt x="343" y="3"/>
                    </a:cubicBezTo>
                    <a:close/>
                    <a:moveTo>
                      <a:pt x="318" y="3"/>
                    </a:moveTo>
                    <a:cubicBezTo>
                      <a:pt x="328" y="3"/>
                      <a:pt x="328" y="3"/>
                      <a:pt x="328" y="3"/>
                    </a:cubicBezTo>
                    <a:cubicBezTo>
                      <a:pt x="329" y="3"/>
                      <a:pt x="330" y="2"/>
                      <a:pt x="330" y="1"/>
                    </a:cubicBezTo>
                    <a:cubicBezTo>
                      <a:pt x="330" y="0"/>
                      <a:pt x="329" y="0"/>
                      <a:pt x="328" y="0"/>
                    </a:cubicBezTo>
                    <a:cubicBezTo>
                      <a:pt x="318" y="0"/>
                      <a:pt x="318" y="0"/>
                      <a:pt x="318" y="0"/>
                    </a:cubicBezTo>
                    <a:cubicBezTo>
                      <a:pt x="317" y="0"/>
                      <a:pt x="316" y="0"/>
                      <a:pt x="316" y="1"/>
                    </a:cubicBezTo>
                    <a:cubicBezTo>
                      <a:pt x="316" y="2"/>
                      <a:pt x="317" y="3"/>
                      <a:pt x="318" y="3"/>
                    </a:cubicBezTo>
                    <a:close/>
                    <a:moveTo>
                      <a:pt x="294" y="3"/>
                    </a:moveTo>
                    <a:cubicBezTo>
                      <a:pt x="304" y="3"/>
                      <a:pt x="304" y="3"/>
                      <a:pt x="304" y="3"/>
                    </a:cubicBezTo>
                    <a:cubicBezTo>
                      <a:pt x="305" y="3"/>
                      <a:pt x="306" y="2"/>
                      <a:pt x="306" y="1"/>
                    </a:cubicBezTo>
                    <a:cubicBezTo>
                      <a:pt x="306" y="0"/>
                      <a:pt x="305" y="0"/>
                      <a:pt x="304" y="0"/>
                    </a:cubicBezTo>
                    <a:cubicBezTo>
                      <a:pt x="294" y="0"/>
                      <a:pt x="294" y="0"/>
                      <a:pt x="294" y="0"/>
                    </a:cubicBezTo>
                    <a:cubicBezTo>
                      <a:pt x="293" y="0"/>
                      <a:pt x="292" y="0"/>
                      <a:pt x="292" y="1"/>
                    </a:cubicBezTo>
                    <a:cubicBezTo>
                      <a:pt x="292" y="2"/>
                      <a:pt x="293" y="3"/>
                      <a:pt x="294" y="3"/>
                    </a:cubicBezTo>
                    <a:close/>
                    <a:moveTo>
                      <a:pt x="270" y="3"/>
                    </a:moveTo>
                    <a:cubicBezTo>
                      <a:pt x="279" y="3"/>
                      <a:pt x="279" y="3"/>
                      <a:pt x="279" y="3"/>
                    </a:cubicBezTo>
                    <a:cubicBezTo>
                      <a:pt x="280" y="3"/>
                      <a:pt x="281" y="2"/>
                      <a:pt x="281" y="1"/>
                    </a:cubicBezTo>
                    <a:cubicBezTo>
                      <a:pt x="281" y="0"/>
                      <a:pt x="280" y="0"/>
                      <a:pt x="279" y="0"/>
                    </a:cubicBezTo>
                    <a:cubicBezTo>
                      <a:pt x="270" y="0"/>
                      <a:pt x="270" y="0"/>
                      <a:pt x="270" y="0"/>
                    </a:cubicBezTo>
                    <a:cubicBezTo>
                      <a:pt x="269" y="0"/>
                      <a:pt x="268" y="0"/>
                      <a:pt x="268" y="1"/>
                    </a:cubicBezTo>
                    <a:cubicBezTo>
                      <a:pt x="268" y="2"/>
                      <a:pt x="269" y="3"/>
                      <a:pt x="270" y="3"/>
                    </a:cubicBezTo>
                    <a:close/>
                    <a:moveTo>
                      <a:pt x="245" y="3"/>
                    </a:moveTo>
                    <a:cubicBezTo>
                      <a:pt x="255" y="3"/>
                      <a:pt x="255" y="3"/>
                      <a:pt x="255" y="3"/>
                    </a:cubicBezTo>
                    <a:cubicBezTo>
                      <a:pt x="256" y="3"/>
                      <a:pt x="257" y="2"/>
                      <a:pt x="257" y="1"/>
                    </a:cubicBezTo>
                    <a:cubicBezTo>
                      <a:pt x="257" y="0"/>
                      <a:pt x="256" y="0"/>
                      <a:pt x="255" y="0"/>
                    </a:cubicBezTo>
                    <a:cubicBezTo>
                      <a:pt x="245" y="0"/>
                      <a:pt x="245" y="0"/>
                      <a:pt x="245" y="0"/>
                    </a:cubicBezTo>
                    <a:cubicBezTo>
                      <a:pt x="244" y="0"/>
                      <a:pt x="243" y="0"/>
                      <a:pt x="243" y="1"/>
                    </a:cubicBezTo>
                    <a:cubicBezTo>
                      <a:pt x="243" y="2"/>
                      <a:pt x="244" y="3"/>
                      <a:pt x="245" y="3"/>
                    </a:cubicBezTo>
                    <a:close/>
                    <a:moveTo>
                      <a:pt x="221" y="3"/>
                    </a:moveTo>
                    <a:cubicBezTo>
                      <a:pt x="231" y="3"/>
                      <a:pt x="231" y="3"/>
                      <a:pt x="231" y="3"/>
                    </a:cubicBezTo>
                    <a:cubicBezTo>
                      <a:pt x="232" y="3"/>
                      <a:pt x="233" y="2"/>
                      <a:pt x="233" y="1"/>
                    </a:cubicBezTo>
                    <a:cubicBezTo>
                      <a:pt x="233" y="0"/>
                      <a:pt x="232" y="0"/>
                      <a:pt x="231" y="0"/>
                    </a:cubicBezTo>
                    <a:cubicBezTo>
                      <a:pt x="221" y="0"/>
                      <a:pt x="221" y="0"/>
                      <a:pt x="221" y="0"/>
                    </a:cubicBezTo>
                    <a:cubicBezTo>
                      <a:pt x="220" y="0"/>
                      <a:pt x="219" y="0"/>
                      <a:pt x="219" y="1"/>
                    </a:cubicBezTo>
                    <a:cubicBezTo>
                      <a:pt x="219" y="2"/>
                      <a:pt x="220" y="3"/>
                      <a:pt x="221" y="3"/>
                    </a:cubicBezTo>
                    <a:close/>
                    <a:moveTo>
                      <a:pt x="197" y="3"/>
                    </a:moveTo>
                    <a:cubicBezTo>
                      <a:pt x="206" y="3"/>
                      <a:pt x="206" y="3"/>
                      <a:pt x="206" y="3"/>
                    </a:cubicBezTo>
                    <a:cubicBezTo>
                      <a:pt x="207" y="3"/>
                      <a:pt x="208" y="2"/>
                      <a:pt x="208" y="1"/>
                    </a:cubicBezTo>
                    <a:cubicBezTo>
                      <a:pt x="208" y="0"/>
                      <a:pt x="207" y="0"/>
                      <a:pt x="206" y="0"/>
                    </a:cubicBezTo>
                    <a:cubicBezTo>
                      <a:pt x="197" y="0"/>
                      <a:pt x="197" y="0"/>
                      <a:pt x="197" y="0"/>
                    </a:cubicBezTo>
                    <a:cubicBezTo>
                      <a:pt x="196" y="0"/>
                      <a:pt x="195" y="0"/>
                      <a:pt x="195" y="1"/>
                    </a:cubicBezTo>
                    <a:cubicBezTo>
                      <a:pt x="195" y="2"/>
                      <a:pt x="196" y="3"/>
                      <a:pt x="197" y="3"/>
                    </a:cubicBezTo>
                    <a:close/>
                    <a:moveTo>
                      <a:pt x="172" y="3"/>
                    </a:moveTo>
                    <a:cubicBezTo>
                      <a:pt x="182" y="3"/>
                      <a:pt x="182" y="3"/>
                      <a:pt x="182" y="3"/>
                    </a:cubicBezTo>
                    <a:cubicBezTo>
                      <a:pt x="183" y="3"/>
                      <a:pt x="184" y="2"/>
                      <a:pt x="184" y="1"/>
                    </a:cubicBezTo>
                    <a:cubicBezTo>
                      <a:pt x="184" y="0"/>
                      <a:pt x="183" y="0"/>
                      <a:pt x="182" y="0"/>
                    </a:cubicBezTo>
                    <a:cubicBezTo>
                      <a:pt x="172" y="0"/>
                      <a:pt x="172" y="0"/>
                      <a:pt x="172" y="0"/>
                    </a:cubicBezTo>
                    <a:cubicBezTo>
                      <a:pt x="171" y="0"/>
                      <a:pt x="170" y="0"/>
                      <a:pt x="170" y="1"/>
                    </a:cubicBezTo>
                    <a:cubicBezTo>
                      <a:pt x="170" y="2"/>
                      <a:pt x="171" y="3"/>
                      <a:pt x="172" y="3"/>
                    </a:cubicBezTo>
                    <a:close/>
                    <a:moveTo>
                      <a:pt x="148" y="3"/>
                    </a:moveTo>
                    <a:cubicBezTo>
                      <a:pt x="158" y="3"/>
                      <a:pt x="158" y="3"/>
                      <a:pt x="158" y="3"/>
                    </a:cubicBezTo>
                    <a:cubicBezTo>
                      <a:pt x="159" y="3"/>
                      <a:pt x="160" y="2"/>
                      <a:pt x="160" y="1"/>
                    </a:cubicBezTo>
                    <a:cubicBezTo>
                      <a:pt x="160" y="0"/>
                      <a:pt x="159" y="0"/>
                      <a:pt x="158" y="0"/>
                    </a:cubicBezTo>
                    <a:cubicBezTo>
                      <a:pt x="148" y="0"/>
                      <a:pt x="148" y="0"/>
                      <a:pt x="148" y="0"/>
                    </a:cubicBezTo>
                    <a:cubicBezTo>
                      <a:pt x="147" y="0"/>
                      <a:pt x="146" y="0"/>
                      <a:pt x="146" y="1"/>
                    </a:cubicBezTo>
                    <a:cubicBezTo>
                      <a:pt x="146" y="2"/>
                      <a:pt x="147" y="3"/>
                      <a:pt x="148" y="3"/>
                    </a:cubicBezTo>
                    <a:close/>
                    <a:moveTo>
                      <a:pt x="124" y="3"/>
                    </a:moveTo>
                    <a:cubicBezTo>
                      <a:pt x="133" y="3"/>
                      <a:pt x="133" y="3"/>
                      <a:pt x="133" y="3"/>
                    </a:cubicBezTo>
                    <a:cubicBezTo>
                      <a:pt x="134" y="3"/>
                      <a:pt x="135" y="2"/>
                      <a:pt x="135" y="1"/>
                    </a:cubicBezTo>
                    <a:cubicBezTo>
                      <a:pt x="135" y="0"/>
                      <a:pt x="134" y="0"/>
                      <a:pt x="133" y="0"/>
                    </a:cubicBezTo>
                    <a:cubicBezTo>
                      <a:pt x="124" y="0"/>
                      <a:pt x="124" y="0"/>
                      <a:pt x="124" y="0"/>
                    </a:cubicBezTo>
                    <a:cubicBezTo>
                      <a:pt x="123" y="0"/>
                      <a:pt x="122" y="0"/>
                      <a:pt x="122" y="1"/>
                    </a:cubicBezTo>
                    <a:cubicBezTo>
                      <a:pt x="122" y="2"/>
                      <a:pt x="123" y="3"/>
                      <a:pt x="124" y="3"/>
                    </a:cubicBezTo>
                    <a:close/>
                    <a:moveTo>
                      <a:pt x="99" y="3"/>
                    </a:moveTo>
                    <a:cubicBezTo>
                      <a:pt x="109" y="3"/>
                      <a:pt x="109" y="3"/>
                      <a:pt x="109" y="3"/>
                    </a:cubicBezTo>
                    <a:cubicBezTo>
                      <a:pt x="110" y="3"/>
                      <a:pt x="111" y="2"/>
                      <a:pt x="111" y="1"/>
                    </a:cubicBezTo>
                    <a:cubicBezTo>
                      <a:pt x="111" y="0"/>
                      <a:pt x="110" y="0"/>
                      <a:pt x="109" y="0"/>
                    </a:cubicBezTo>
                    <a:cubicBezTo>
                      <a:pt x="99" y="0"/>
                      <a:pt x="99" y="0"/>
                      <a:pt x="99" y="0"/>
                    </a:cubicBezTo>
                    <a:cubicBezTo>
                      <a:pt x="98" y="0"/>
                      <a:pt x="97" y="0"/>
                      <a:pt x="97" y="1"/>
                    </a:cubicBezTo>
                    <a:cubicBezTo>
                      <a:pt x="97" y="2"/>
                      <a:pt x="98" y="3"/>
                      <a:pt x="99" y="3"/>
                    </a:cubicBezTo>
                    <a:close/>
                    <a:moveTo>
                      <a:pt x="75" y="3"/>
                    </a:moveTo>
                    <a:cubicBezTo>
                      <a:pt x="85" y="3"/>
                      <a:pt x="85" y="3"/>
                      <a:pt x="85" y="3"/>
                    </a:cubicBezTo>
                    <a:cubicBezTo>
                      <a:pt x="86" y="3"/>
                      <a:pt x="87" y="2"/>
                      <a:pt x="87" y="1"/>
                    </a:cubicBezTo>
                    <a:cubicBezTo>
                      <a:pt x="87" y="0"/>
                      <a:pt x="86" y="0"/>
                      <a:pt x="85" y="0"/>
                    </a:cubicBezTo>
                    <a:cubicBezTo>
                      <a:pt x="75" y="0"/>
                      <a:pt x="75" y="0"/>
                      <a:pt x="75" y="0"/>
                    </a:cubicBezTo>
                    <a:cubicBezTo>
                      <a:pt x="74" y="0"/>
                      <a:pt x="73" y="0"/>
                      <a:pt x="73" y="1"/>
                    </a:cubicBezTo>
                    <a:cubicBezTo>
                      <a:pt x="73" y="2"/>
                      <a:pt x="74" y="3"/>
                      <a:pt x="75" y="3"/>
                    </a:cubicBezTo>
                    <a:close/>
                    <a:moveTo>
                      <a:pt x="51" y="3"/>
                    </a:moveTo>
                    <a:cubicBezTo>
                      <a:pt x="60" y="3"/>
                      <a:pt x="60" y="3"/>
                      <a:pt x="60" y="3"/>
                    </a:cubicBezTo>
                    <a:cubicBezTo>
                      <a:pt x="61" y="3"/>
                      <a:pt x="62" y="2"/>
                      <a:pt x="62" y="1"/>
                    </a:cubicBezTo>
                    <a:cubicBezTo>
                      <a:pt x="62" y="0"/>
                      <a:pt x="61" y="0"/>
                      <a:pt x="60" y="0"/>
                    </a:cubicBezTo>
                    <a:cubicBezTo>
                      <a:pt x="51" y="0"/>
                      <a:pt x="51" y="0"/>
                      <a:pt x="51" y="0"/>
                    </a:cubicBezTo>
                    <a:cubicBezTo>
                      <a:pt x="50" y="0"/>
                      <a:pt x="49" y="0"/>
                      <a:pt x="49" y="1"/>
                    </a:cubicBezTo>
                    <a:cubicBezTo>
                      <a:pt x="49" y="2"/>
                      <a:pt x="50" y="3"/>
                      <a:pt x="51" y="3"/>
                    </a:cubicBezTo>
                    <a:close/>
                    <a:moveTo>
                      <a:pt x="26" y="3"/>
                    </a:moveTo>
                    <a:cubicBezTo>
                      <a:pt x="36" y="3"/>
                      <a:pt x="36" y="3"/>
                      <a:pt x="36" y="3"/>
                    </a:cubicBezTo>
                    <a:cubicBezTo>
                      <a:pt x="37" y="3"/>
                      <a:pt x="38" y="2"/>
                      <a:pt x="38" y="1"/>
                    </a:cubicBezTo>
                    <a:cubicBezTo>
                      <a:pt x="38" y="0"/>
                      <a:pt x="37" y="0"/>
                      <a:pt x="36" y="0"/>
                    </a:cubicBezTo>
                    <a:cubicBezTo>
                      <a:pt x="26" y="0"/>
                      <a:pt x="26" y="0"/>
                      <a:pt x="26" y="0"/>
                    </a:cubicBezTo>
                    <a:cubicBezTo>
                      <a:pt x="25" y="0"/>
                      <a:pt x="24" y="0"/>
                      <a:pt x="24" y="1"/>
                    </a:cubicBezTo>
                    <a:cubicBezTo>
                      <a:pt x="24" y="2"/>
                      <a:pt x="25" y="3"/>
                      <a:pt x="26" y="3"/>
                    </a:cubicBezTo>
                    <a:close/>
                    <a:moveTo>
                      <a:pt x="2" y="3"/>
                    </a:moveTo>
                    <a:cubicBezTo>
                      <a:pt x="12" y="3"/>
                      <a:pt x="12" y="3"/>
                      <a:pt x="12" y="3"/>
                    </a:cubicBezTo>
                    <a:cubicBezTo>
                      <a:pt x="13" y="3"/>
                      <a:pt x="14" y="2"/>
                      <a:pt x="14" y="1"/>
                    </a:cubicBezTo>
                    <a:cubicBezTo>
                      <a:pt x="14" y="0"/>
                      <a:pt x="13" y="0"/>
                      <a:pt x="12" y="0"/>
                    </a:cubicBezTo>
                    <a:cubicBezTo>
                      <a:pt x="2" y="0"/>
                      <a:pt x="2" y="0"/>
                      <a:pt x="2" y="0"/>
                    </a:cubicBezTo>
                    <a:cubicBezTo>
                      <a:pt x="1" y="0"/>
                      <a:pt x="0" y="0"/>
                      <a:pt x="0" y="1"/>
                    </a:cubicBezTo>
                    <a:cubicBezTo>
                      <a:pt x="0" y="2"/>
                      <a:pt x="1" y="3"/>
                      <a:pt x="2"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277;p37"/>
              <p:cNvSpPr/>
              <p:nvPr/>
            </p:nvSpPr>
            <p:spPr>
              <a:xfrm>
                <a:off x="6919200" y="2369160"/>
                <a:ext cx="21600" cy="20520"/>
              </a:xfrm>
              <a:custGeom>
                <a:avLst/>
                <a:gdLst>
                  <a:gd name="textAreaLeft" fmla="*/ 0 w 21600"/>
                  <a:gd name="textAreaRight" fmla="*/ 21960 w 21600"/>
                  <a:gd name="textAreaTop" fmla="*/ 0 h 20520"/>
                  <a:gd name="textAreaBottom" fmla="*/ 20880 h 20520"/>
                </a:gdLst>
                <a:ahLst/>
                <a:cxnLst/>
                <a:rect l="textAreaLeft" t="textAreaTop" r="textAreaRight" b="textAreaBottom"/>
                <a:pathLst>
                  <a:path w="9" h="8">
                    <a:moveTo>
                      <a:pt x="2" y="3"/>
                    </a:moveTo>
                    <a:cubicBezTo>
                      <a:pt x="5" y="3"/>
                      <a:pt x="5" y="3"/>
                      <a:pt x="5" y="3"/>
                    </a:cubicBezTo>
                    <a:cubicBezTo>
                      <a:pt x="5" y="6"/>
                      <a:pt x="5" y="6"/>
                      <a:pt x="5" y="6"/>
                    </a:cubicBezTo>
                    <a:cubicBezTo>
                      <a:pt x="5" y="7"/>
                      <a:pt x="6" y="8"/>
                      <a:pt x="7" y="8"/>
                    </a:cubicBezTo>
                    <a:cubicBezTo>
                      <a:pt x="8" y="8"/>
                      <a:pt x="9" y="7"/>
                      <a:pt x="9" y="6"/>
                    </a:cubicBezTo>
                    <a:cubicBezTo>
                      <a:pt x="9" y="1"/>
                      <a:pt x="9" y="1"/>
                      <a:pt x="9" y="1"/>
                    </a:cubicBezTo>
                    <a:cubicBezTo>
                      <a:pt x="9" y="1"/>
                      <a:pt x="8" y="0"/>
                      <a:pt x="8" y="0"/>
                    </a:cubicBezTo>
                    <a:cubicBezTo>
                      <a:pt x="8" y="0"/>
                      <a:pt x="7" y="0"/>
                      <a:pt x="7" y="0"/>
                    </a:cubicBezTo>
                    <a:cubicBezTo>
                      <a:pt x="2" y="0"/>
                      <a:pt x="2" y="0"/>
                      <a:pt x="2" y="0"/>
                    </a:cubicBezTo>
                    <a:cubicBezTo>
                      <a:pt x="1" y="0"/>
                      <a:pt x="0" y="0"/>
                      <a:pt x="0" y="1"/>
                    </a:cubicBezTo>
                    <a:cubicBezTo>
                      <a:pt x="0" y="2"/>
                      <a:pt x="1" y="3"/>
                      <a:pt x="2" y="3"/>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278;p37"/>
              <p:cNvSpPr/>
              <p:nvPr/>
            </p:nvSpPr>
            <p:spPr>
              <a:xfrm>
                <a:off x="6932160" y="2414520"/>
                <a:ext cx="8640" cy="975600"/>
              </a:xfrm>
              <a:custGeom>
                <a:avLst/>
                <a:gdLst>
                  <a:gd name="textAreaLeft" fmla="*/ 0 w 8640"/>
                  <a:gd name="textAreaRight" fmla="*/ 9000 w 8640"/>
                  <a:gd name="textAreaTop" fmla="*/ 0 h 975600"/>
                  <a:gd name="textAreaBottom" fmla="*/ 975960 h 975600"/>
                </a:gdLst>
                <a:ahLst/>
                <a:cxnLst/>
                <a:rect l="textAreaLeft" t="textAreaTop" r="textAreaRight" b="textAreaBottom"/>
                <a:pathLst>
                  <a:path w="4" h="387">
                    <a:moveTo>
                      <a:pt x="0" y="375"/>
                    </a:moveTo>
                    <a:cubicBezTo>
                      <a:pt x="0" y="385"/>
                      <a:pt x="0" y="385"/>
                      <a:pt x="0" y="385"/>
                    </a:cubicBezTo>
                    <a:cubicBezTo>
                      <a:pt x="0" y="386"/>
                      <a:pt x="1" y="387"/>
                      <a:pt x="2" y="387"/>
                    </a:cubicBezTo>
                    <a:cubicBezTo>
                      <a:pt x="3" y="387"/>
                      <a:pt x="4" y="386"/>
                      <a:pt x="4" y="385"/>
                    </a:cubicBezTo>
                    <a:cubicBezTo>
                      <a:pt x="4" y="375"/>
                      <a:pt x="4" y="375"/>
                      <a:pt x="4" y="375"/>
                    </a:cubicBezTo>
                    <a:cubicBezTo>
                      <a:pt x="4" y="374"/>
                      <a:pt x="3" y="374"/>
                      <a:pt x="2" y="374"/>
                    </a:cubicBezTo>
                    <a:cubicBezTo>
                      <a:pt x="1" y="374"/>
                      <a:pt x="0" y="374"/>
                      <a:pt x="0" y="375"/>
                    </a:cubicBezTo>
                    <a:close/>
                    <a:moveTo>
                      <a:pt x="0" y="352"/>
                    </a:moveTo>
                    <a:cubicBezTo>
                      <a:pt x="0" y="361"/>
                      <a:pt x="0" y="361"/>
                      <a:pt x="0" y="361"/>
                    </a:cubicBezTo>
                    <a:cubicBezTo>
                      <a:pt x="0" y="362"/>
                      <a:pt x="1" y="363"/>
                      <a:pt x="2" y="363"/>
                    </a:cubicBezTo>
                    <a:cubicBezTo>
                      <a:pt x="3" y="363"/>
                      <a:pt x="4" y="362"/>
                      <a:pt x="4" y="361"/>
                    </a:cubicBezTo>
                    <a:cubicBezTo>
                      <a:pt x="4" y="352"/>
                      <a:pt x="4" y="352"/>
                      <a:pt x="4" y="352"/>
                    </a:cubicBezTo>
                    <a:cubicBezTo>
                      <a:pt x="4" y="351"/>
                      <a:pt x="3" y="350"/>
                      <a:pt x="2" y="350"/>
                    </a:cubicBezTo>
                    <a:cubicBezTo>
                      <a:pt x="1" y="350"/>
                      <a:pt x="0" y="351"/>
                      <a:pt x="0" y="352"/>
                    </a:cubicBezTo>
                    <a:close/>
                    <a:moveTo>
                      <a:pt x="0" y="329"/>
                    </a:moveTo>
                    <a:cubicBezTo>
                      <a:pt x="0" y="338"/>
                      <a:pt x="0" y="338"/>
                      <a:pt x="0" y="338"/>
                    </a:cubicBezTo>
                    <a:cubicBezTo>
                      <a:pt x="0" y="339"/>
                      <a:pt x="1" y="340"/>
                      <a:pt x="2" y="340"/>
                    </a:cubicBezTo>
                    <a:cubicBezTo>
                      <a:pt x="3" y="340"/>
                      <a:pt x="4" y="339"/>
                      <a:pt x="4" y="338"/>
                    </a:cubicBezTo>
                    <a:cubicBezTo>
                      <a:pt x="4" y="329"/>
                      <a:pt x="4" y="329"/>
                      <a:pt x="4" y="329"/>
                    </a:cubicBezTo>
                    <a:cubicBezTo>
                      <a:pt x="4" y="328"/>
                      <a:pt x="3" y="327"/>
                      <a:pt x="2" y="327"/>
                    </a:cubicBezTo>
                    <a:cubicBezTo>
                      <a:pt x="1" y="327"/>
                      <a:pt x="0" y="328"/>
                      <a:pt x="0" y="329"/>
                    </a:cubicBezTo>
                    <a:close/>
                    <a:moveTo>
                      <a:pt x="0" y="305"/>
                    </a:moveTo>
                    <a:cubicBezTo>
                      <a:pt x="0" y="315"/>
                      <a:pt x="0" y="315"/>
                      <a:pt x="0" y="315"/>
                    </a:cubicBezTo>
                    <a:cubicBezTo>
                      <a:pt x="0" y="316"/>
                      <a:pt x="1" y="317"/>
                      <a:pt x="2" y="317"/>
                    </a:cubicBezTo>
                    <a:cubicBezTo>
                      <a:pt x="3" y="317"/>
                      <a:pt x="4" y="316"/>
                      <a:pt x="4" y="315"/>
                    </a:cubicBezTo>
                    <a:cubicBezTo>
                      <a:pt x="4" y="305"/>
                      <a:pt x="4" y="305"/>
                      <a:pt x="4" y="305"/>
                    </a:cubicBezTo>
                    <a:cubicBezTo>
                      <a:pt x="4" y="304"/>
                      <a:pt x="3" y="304"/>
                      <a:pt x="2" y="304"/>
                    </a:cubicBezTo>
                    <a:cubicBezTo>
                      <a:pt x="1" y="304"/>
                      <a:pt x="0" y="304"/>
                      <a:pt x="0" y="305"/>
                    </a:cubicBezTo>
                    <a:close/>
                    <a:moveTo>
                      <a:pt x="0" y="282"/>
                    </a:moveTo>
                    <a:cubicBezTo>
                      <a:pt x="0" y="291"/>
                      <a:pt x="0" y="291"/>
                      <a:pt x="0" y="291"/>
                    </a:cubicBezTo>
                    <a:cubicBezTo>
                      <a:pt x="0" y="292"/>
                      <a:pt x="1" y="293"/>
                      <a:pt x="2" y="293"/>
                    </a:cubicBezTo>
                    <a:cubicBezTo>
                      <a:pt x="3" y="293"/>
                      <a:pt x="4" y="292"/>
                      <a:pt x="4" y="291"/>
                    </a:cubicBezTo>
                    <a:cubicBezTo>
                      <a:pt x="4" y="282"/>
                      <a:pt x="4" y="282"/>
                      <a:pt x="4" y="282"/>
                    </a:cubicBezTo>
                    <a:cubicBezTo>
                      <a:pt x="4" y="281"/>
                      <a:pt x="3" y="280"/>
                      <a:pt x="2" y="280"/>
                    </a:cubicBezTo>
                    <a:cubicBezTo>
                      <a:pt x="1" y="280"/>
                      <a:pt x="0" y="281"/>
                      <a:pt x="0" y="282"/>
                    </a:cubicBezTo>
                    <a:close/>
                    <a:moveTo>
                      <a:pt x="0" y="259"/>
                    </a:moveTo>
                    <a:cubicBezTo>
                      <a:pt x="0" y="268"/>
                      <a:pt x="0" y="268"/>
                      <a:pt x="0" y="268"/>
                    </a:cubicBezTo>
                    <a:cubicBezTo>
                      <a:pt x="0" y="269"/>
                      <a:pt x="1" y="270"/>
                      <a:pt x="2" y="270"/>
                    </a:cubicBezTo>
                    <a:cubicBezTo>
                      <a:pt x="3" y="270"/>
                      <a:pt x="4" y="269"/>
                      <a:pt x="4" y="268"/>
                    </a:cubicBezTo>
                    <a:cubicBezTo>
                      <a:pt x="4" y="259"/>
                      <a:pt x="4" y="259"/>
                      <a:pt x="4" y="259"/>
                    </a:cubicBezTo>
                    <a:cubicBezTo>
                      <a:pt x="4" y="258"/>
                      <a:pt x="3" y="257"/>
                      <a:pt x="2" y="257"/>
                    </a:cubicBezTo>
                    <a:cubicBezTo>
                      <a:pt x="1" y="257"/>
                      <a:pt x="0" y="258"/>
                      <a:pt x="0" y="259"/>
                    </a:cubicBezTo>
                    <a:close/>
                    <a:moveTo>
                      <a:pt x="0" y="235"/>
                    </a:moveTo>
                    <a:cubicBezTo>
                      <a:pt x="0" y="245"/>
                      <a:pt x="0" y="245"/>
                      <a:pt x="0" y="245"/>
                    </a:cubicBezTo>
                    <a:cubicBezTo>
                      <a:pt x="0" y="246"/>
                      <a:pt x="1" y="247"/>
                      <a:pt x="2" y="247"/>
                    </a:cubicBezTo>
                    <a:cubicBezTo>
                      <a:pt x="3" y="247"/>
                      <a:pt x="4" y="246"/>
                      <a:pt x="4" y="245"/>
                    </a:cubicBezTo>
                    <a:cubicBezTo>
                      <a:pt x="4" y="235"/>
                      <a:pt x="4" y="235"/>
                      <a:pt x="4" y="235"/>
                    </a:cubicBezTo>
                    <a:cubicBezTo>
                      <a:pt x="4" y="234"/>
                      <a:pt x="3" y="234"/>
                      <a:pt x="2" y="234"/>
                    </a:cubicBezTo>
                    <a:cubicBezTo>
                      <a:pt x="1" y="234"/>
                      <a:pt x="0" y="234"/>
                      <a:pt x="0" y="235"/>
                    </a:cubicBezTo>
                    <a:close/>
                    <a:moveTo>
                      <a:pt x="0" y="212"/>
                    </a:moveTo>
                    <a:cubicBezTo>
                      <a:pt x="0" y="221"/>
                      <a:pt x="0" y="221"/>
                      <a:pt x="0" y="221"/>
                    </a:cubicBezTo>
                    <a:cubicBezTo>
                      <a:pt x="0" y="222"/>
                      <a:pt x="1" y="223"/>
                      <a:pt x="2" y="223"/>
                    </a:cubicBezTo>
                    <a:cubicBezTo>
                      <a:pt x="3" y="223"/>
                      <a:pt x="4" y="222"/>
                      <a:pt x="4" y="221"/>
                    </a:cubicBezTo>
                    <a:cubicBezTo>
                      <a:pt x="4" y="212"/>
                      <a:pt x="4" y="212"/>
                      <a:pt x="4" y="212"/>
                    </a:cubicBezTo>
                    <a:cubicBezTo>
                      <a:pt x="4" y="211"/>
                      <a:pt x="3" y="210"/>
                      <a:pt x="2" y="210"/>
                    </a:cubicBezTo>
                    <a:cubicBezTo>
                      <a:pt x="1" y="210"/>
                      <a:pt x="0" y="211"/>
                      <a:pt x="0" y="212"/>
                    </a:cubicBezTo>
                    <a:close/>
                    <a:moveTo>
                      <a:pt x="0" y="189"/>
                    </a:moveTo>
                    <a:cubicBezTo>
                      <a:pt x="0" y="198"/>
                      <a:pt x="0" y="198"/>
                      <a:pt x="0" y="198"/>
                    </a:cubicBezTo>
                    <a:cubicBezTo>
                      <a:pt x="0" y="199"/>
                      <a:pt x="1" y="200"/>
                      <a:pt x="2" y="200"/>
                    </a:cubicBezTo>
                    <a:cubicBezTo>
                      <a:pt x="3" y="200"/>
                      <a:pt x="4" y="199"/>
                      <a:pt x="4" y="198"/>
                    </a:cubicBezTo>
                    <a:cubicBezTo>
                      <a:pt x="4" y="189"/>
                      <a:pt x="4" y="189"/>
                      <a:pt x="4" y="189"/>
                    </a:cubicBezTo>
                    <a:cubicBezTo>
                      <a:pt x="4" y="188"/>
                      <a:pt x="3" y="187"/>
                      <a:pt x="2" y="187"/>
                    </a:cubicBezTo>
                    <a:cubicBezTo>
                      <a:pt x="1" y="187"/>
                      <a:pt x="0" y="188"/>
                      <a:pt x="0" y="189"/>
                    </a:cubicBezTo>
                    <a:close/>
                    <a:moveTo>
                      <a:pt x="0" y="165"/>
                    </a:moveTo>
                    <a:cubicBezTo>
                      <a:pt x="0" y="175"/>
                      <a:pt x="0" y="175"/>
                      <a:pt x="0" y="175"/>
                    </a:cubicBezTo>
                    <a:cubicBezTo>
                      <a:pt x="0" y="176"/>
                      <a:pt x="1" y="177"/>
                      <a:pt x="2" y="177"/>
                    </a:cubicBezTo>
                    <a:cubicBezTo>
                      <a:pt x="3" y="177"/>
                      <a:pt x="4" y="176"/>
                      <a:pt x="4" y="175"/>
                    </a:cubicBezTo>
                    <a:cubicBezTo>
                      <a:pt x="4" y="165"/>
                      <a:pt x="4" y="165"/>
                      <a:pt x="4" y="165"/>
                    </a:cubicBezTo>
                    <a:cubicBezTo>
                      <a:pt x="4" y="164"/>
                      <a:pt x="3" y="164"/>
                      <a:pt x="2" y="164"/>
                    </a:cubicBezTo>
                    <a:cubicBezTo>
                      <a:pt x="1" y="164"/>
                      <a:pt x="0" y="164"/>
                      <a:pt x="0" y="165"/>
                    </a:cubicBezTo>
                    <a:close/>
                    <a:moveTo>
                      <a:pt x="0" y="142"/>
                    </a:moveTo>
                    <a:cubicBezTo>
                      <a:pt x="0" y="151"/>
                      <a:pt x="0" y="151"/>
                      <a:pt x="0" y="151"/>
                    </a:cubicBezTo>
                    <a:cubicBezTo>
                      <a:pt x="0" y="153"/>
                      <a:pt x="1" y="153"/>
                      <a:pt x="2" y="153"/>
                    </a:cubicBezTo>
                    <a:cubicBezTo>
                      <a:pt x="3" y="153"/>
                      <a:pt x="4" y="153"/>
                      <a:pt x="4" y="151"/>
                    </a:cubicBezTo>
                    <a:cubicBezTo>
                      <a:pt x="4" y="142"/>
                      <a:pt x="4" y="142"/>
                      <a:pt x="4" y="142"/>
                    </a:cubicBezTo>
                    <a:cubicBezTo>
                      <a:pt x="4" y="141"/>
                      <a:pt x="3" y="140"/>
                      <a:pt x="2" y="140"/>
                    </a:cubicBezTo>
                    <a:cubicBezTo>
                      <a:pt x="1" y="140"/>
                      <a:pt x="0" y="141"/>
                      <a:pt x="0" y="142"/>
                    </a:cubicBezTo>
                    <a:close/>
                    <a:moveTo>
                      <a:pt x="0" y="119"/>
                    </a:moveTo>
                    <a:cubicBezTo>
                      <a:pt x="0" y="128"/>
                      <a:pt x="0" y="128"/>
                      <a:pt x="0" y="128"/>
                    </a:cubicBezTo>
                    <a:cubicBezTo>
                      <a:pt x="0" y="129"/>
                      <a:pt x="1" y="130"/>
                      <a:pt x="2" y="130"/>
                    </a:cubicBezTo>
                    <a:cubicBezTo>
                      <a:pt x="3" y="130"/>
                      <a:pt x="4" y="129"/>
                      <a:pt x="4" y="128"/>
                    </a:cubicBezTo>
                    <a:cubicBezTo>
                      <a:pt x="4" y="119"/>
                      <a:pt x="4" y="119"/>
                      <a:pt x="4" y="119"/>
                    </a:cubicBezTo>
                    <a:cubicBezTo>
                      <a:pt x="4" y="118"/>
                      <a:pt x="3" y="117"/>
                      <a:pt x="2" y="117"/>
                    </a:cubicBezTo>
                    <a:cubicBezTo>
                      <a:pt x="1" y="117"/>
                      <a:pt x="0" y="118"/>
                      <a:pt x="0" y="119"/>
                    </a:cubicBezTo>
                    <a:close/>
                    <a:moveTo>
                      <a:pt x="0" y="95"/>
                    </a:moveTo>
                    <a:cubicBezTo>
                      <a:pt x="0" y="105"/>
                      <a:pt x="0" y="105"/>
                      <a:pt x="0" y="105"/>
                    </a:cubicBezTo>
                    <a:cubicBezTo>
                      <a:pt x="0" y="106"/>
                      <a:pt x="1" y="107"/>
                      <a:pt x="2" y="107"/>
                    </a:cubicBezTo>
                    <a:cubicBezTo>
                      <a:pt x="3" y="107"/>
                      <a:pt x="4" y="106"/>
                      <a:pt x="4" y="105"/>
                    </a:cubicBezTo>
                    <a:cubicBezTo>
                      <a:pt x="4" y="95"/>
                      <a:pt x="4" y="95"/>
                      <a:pt x="4" y="95"/>
                    </a:cubicBezTo>
                    <a:cubicBezTo>
                      <a:pt x="4" y="94"/>
                      <a:pt x="3" y="94"/>
                      <a:pt x="2" y="94"/>
                    </a:cubicBezTo>
                    <a:cubicBezTo>
                      <a:pt x="1" y="94"/>
                      <a:pt x="0" y="94"/>
                      <a:pt x="0" y="95"/>
                    </a:cubicBezTo>
                    <a:close/>
                    <a:moveTo>
                      <a:pt x="0" y="72"/>
                    </a:moveTo>
                    <a:cubicBezTo>
                      <a:pt x="0" y="81"/>
                      <a:pt x="0" y="81"/>
                      <a:pt x="0" y="81"/>
                    </a:cubicBezTo>
                    <a:cubicBezTo>
                      <a:pt x="0" y="83"/>
                      <a:pt x="1" y="83"/>
                      <a:pt x="2" y="83"/>
                    </a:cubicBezTo>
                    <a:cubicBezTo>
                      <a:pt x="3" y="83"/>
                      <a:pt x="4" y="83"/>
                      <a:pt x="4" y="81"/>
                    </a:cubicBezTo>
                    <a:cubicBezTo>
                      <a:pt x="4" y="72"/>
                      <a:pt x="4" y="72"/>
                      <a:pt x="4" y="72"/>
                    </a:cubicBezTo>
                    <a:cubicBezTo>
                      <a:pt x="4" y="71"/>
                      <a:pt x="3" y="70"/>
                      <a:pt x="2" y="70"/>
                    </a:cubicBezTo>
                    <a:cubicBezTo>
                      <a:pt x="1" y="70"/>
                      <a:pt x="0" y="71"/>
                      <a:pt x="0" y="72"/>
                    </a:cubicBezTo>
                    <a:close/>
                    <a:moveTo>
                      <a:pt x="0" y="49"/>
                    </a:moveTo>
                    <a:cubicBezTo>
                      <a:pt x="0" y="58"/>
                      <a:pt x="0" y="58"/>
                      <a:pt x="0" y="58"/>
                    </a:cubicBezTo>
                    <a:cubicBezTo>
                      <a:pt x="0" y="59"/>
                      <a:pt x="1" y="60"/>
                      <a:pt x="2" y="60"/>
                    </a:cubicBezTo>
                    <a:cubicBezTo>
                      <a:pt x="3" y="60"/>
                      <a:pt x="4" y="59"/>
                      <a:pt x="4" y="58"/>
                    </a:cubicBezTo>
                    <a:cubicBezTo>
                      <a:pt x="4" y="49"/>
                      <a:pt x="4" y="49"/>
                      <a:pt x="4" y="49"/>
                    </a:cubicBezTo>
                    <a:cubicBezTo>
                      <a:pt x="4" y="48"/>
                      <a:pt x="3" y="47"/>
                      <a:pt x="2" y="47"/>
                    </a:cubicBezTo>
                    <a:cubicBezTo>
                      <a:pt x="1" y="47"/>
                      <a:pt x="0" y="48"/>
                      <a:pt x="0" y="49"/>
                    </a:cubicBezTo>
                    <a:close/>
                    <a:moveTo>
                      <a:pt x="0" y="25"/>
                    </a:moveTo>
                    <a:cubicBezTo>
                      <a:pt x="0" y="35"/>
                      <a:pt x="0" y="35"/>
                      <a:pt x="0" y="35"/>
                    </a:cubicBezTo>
                    <a:cubicBezTo>
                      <a:pt x="0" y="36"/>
                      <a:pt x="1" y="37"/>
                      <a:pt x="2" y="37"/>
                    </a:cubicBezTo>
                    <a:cubicBezTo>
                      <a:pt x="3" y="37"/>
                      <a:pt x="4" y="36"/>
                      <a:pt x="4" y="35"/>
                    </a:cubicBezTo>
                    <a:cubicBezTo>
                      <a:pt x="4" y="25"/>
                      <a:pt x="4" y="25"/>
                      <a:pt x="4" y="25"/>
                    </a:cubicBezTo>
                    <a:cubicBezTo>
                      <a:pt x="4" y="24"/>
                      <a:pt x="3" y="24"/>
                      <a:pt x="2" y="24"/>
                    </a:cubicBezTo>
                    <a:cubicBezTo>
                      <a:pt x="1" y="24"/>
                      <a:pt x="0" y="24"/>
                      <a:pt x="0" y="25"/>
                    </a:cubicBezTo>
                    <a:close/>
                    <a:moveTo>
                      <a:pt x="0" y="2"/>
                    </a:moveTo>
                    <a:cubicBezTo>
                      <a:pt x="0" y="11"/>
                      <a:pt x="0" y="11"/>
                      <a:pt x="0" y="11"/>
                    </a:cubicBezTo>
                    <a:cubicBezTo>
                      <a:pt x="0" y="13"/>
                      <a:pt x="1" y="13"/>
                      <a:pt x="2" y="13"/>
                    </a:cubicBezTo>
                    <a:cubicBezTo>
                      <a:pt x="3" y="13"/>
                      <a:pt x="4" y="13"/>
                      <a:pt x="4" y="11"/>
                    </a:cubicBezTo>
                    <a:cubicBezTo>
                      <a:pt x="4" y="2"/>
                      <a:pt x="4" y="2"/>
                      <a:pt x="4" y="2"/>
                    </a:cubicBezTo>
                    <a:cubicBezTo>
                      <a:pt x="4" y="1"/>
                      <a:pt x="3" y="0"/>
                      <a:pt x="2" y="0"/>
                    </a:cubicBezTo>
                    <a:cubicBezTo>
                      <a:pt x="1" y="0"/>
                      <a:pt x="0" y="1"/>
                      <a:pt x="0" y="2"/>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279;p37"/>
              <p:cNvSpPr/>
              <p:nvPr/>
            </p:nvSpPr>
            <p:spPr>
              <a:xfrm>
                <a:off x="5729040" y="232632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7" name="Google Shape;1280;p37"/>
              <p:cNvSpPr/>
              <p:nvPr/>
            </p:nvSpPr>
            <p:spPr>
              <a:xfrm>
                <a:off x="6889320" y="2326320"/>
                <a:ext cx="9072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1281;p37"/>
              <p:cNvSpPr/>
              <p:nvPr/>
            </p:nvSpPr>
            <p:spPr>
              <a:xfrm>
                <a:off x="5729040" y="338544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282;p37"/>
              <p:cNvSpPr/>
              <p:nvPr/>
            </p:nvSpPr>
            <p:spPr>
              <a:xfrm>
                <a:off x="6335280" y="2820960"/>
                <a:ext cx="556560" cy="55656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1283;p37"/>
              <p:cNvSpPr/>
              <p:nvPr/>
            </p:nvSpPr>
            <p:spPr>
              <a:xfrm>
                <a:off x="5822280" y="3495600"/>
                <a:ext cx="232920" cy="140400"/>
              </a:xfrm>
              <a:custGeom>
                <a:avLst/>
                <a:gdLst>
                  <a:gd name="textAreaLeft" fmla="*/ 0 w 232920"/>
                  <a:gd name="textAreaRight" fmla="*/ 233280 w 232920"/>
                  <a:gd name="textAreaTop" fmla="*/ 0 h 140400"/>
                  <a:gd name="textAreaBottom" fmla="*/ 140760 h 140400"/>
                </a:gdLst>
                <a:ahLst/>
                <a:cxnLst/>
                <a:rect l="textAreaLeft" t="textAreaTop" r="textAreaRight" b="textAreaBottom"/>
                <a:pathLst>
                  <a:path w="265" h="160">
                    <a:moveTo>
                      <a:pt x="116" y="160"/>
                    </a:moveTo>
                    <a:lnTo>
                      <a:pt x="265" y="0"/>
                    </a:lnTo>
                    <a:lnTo>
                      <a:pt x="0" y="107"/>
                    </a:lnTo>
                    <a:lnTo>
                      <a:pt x="116" y="16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1" name="Google Shape;1284;p37"/>
              <p:cNvSpPr/>
              <p:nvPr/>
            </p:nvSpPr>
            <p:spPr>
              <a:xfrm>
                <a:off x="5924520" y="3495600"/>
                <a:ext cx="130680" cy="239040"/>
              </a:xfrm>
              <a:custGeom>
                <a:avLst/>
                <a:gdLst>
                  <a:gd name="textAreaLeft" fmla="*/ 0 w 130680"/>
                  <a:gd name="textAreaRight" fmla="*/ 131040 w 130680"/>
                  <a:gd name="textAreaTop" fmla="*/ 0 h 239040"/>
                  <a:gd name="textAreaBottom" fmla="*/ 239400 h 239040"/>
                </a:gdLst>
                <a:ahLst/>
                <a:cxnLst/>
                <a:rect l="textAreaLeft" t="textAreaTop" r="textAreaRight" b="textAreaBottom"/>
                <a:pathLst>
                  <a:path w="149" h="272">
                    <a:moveTo>
                      <a:pt x="0" y="160"/>
                    </a:moveTo>
                    <a:lnTo>
                      <a:pt x="149" y="0"/>
                    </a:lnTo>
                    <a:lnTo>
                      <a:pt x="60" y="272"/>
                    </a:lnTo>
                    <a:lnTo>
                      <a:pt x="0" y="16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82" name="Google Shape;1285;p37"/>
            <p:cNvSpPr/>
            <p:nvPr/>
          </p:nvSpPr>
          <p:spPr>
            <a:xfrm>
              <a:off x="7909920" y="1820160"/>
              <a:ext cx="408600" cy="409680"/>
            </a:xfrm>
            <a:custGeom>
              <a:avLst/>
              <a:gdLst>
                <a:gd name="textAreaLeft" fmla="*/ 0 w 408600"/>
                <a:gd name="textAreaRight" fmla="*/ 408960 w 408600"/>
                <a:gd name="textAreaTop" fmla="*/ 0 h 409680"/>
                <a:gd name="textAreaBottom" fmla="*/ 410040 h 409680"/>
              </a:gdLst>
              <a:ahLst/>
              <a:cxnLst/>
              <a:rect l="textAreaLeft" t="textAreaTop" r="textAreaRight" b="textAreaBottom"/>
              <a:pathLst>
                <a:path w="571" h="572">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83" name="Google Shape;1286;p37"/>
            <p:cNvGrpSpPr/>
            <p:nvPr/>
          </p:nvGrpSpPr>
          <p:grpSpPr>
            <a:xfrm>
              <a:off x="7780680" y="3172320"/>
              <a:ext cx="667080" cy="1197360"/>
              <a:chOff x="7780680" y="3172320"/>
              <a:chExt cx="667080" cy="1197360"/>
            </a:xfrm>
          </p:grpSpPr>
          <p:sp>
            <p:nvSpPr>
              <p:cNvPr id="1184" name="Google Shape;1287;p37"/>
              <p:cNvSpPr/>
              <p:nvPr/>
            </p:nvSpPr>
            <p:spPr>
              <a:xfrm>
                <a:off x="7780680" y="3172320"/>
                <a:ext cx="667080" cy="985320"/>
              </a:xfrm>
              <a:custGeom>
                <a:avLst/>
                <a:gdLst>
                  <a:gd name="textAreaLeft" fmla="*/ 0 w 667080"/>
                  <a:gd name="textAreaRight" fmla="*/ 667440 w 667080"/>
                  <a:gd name="textAreaTop" fmla="*/ 0 h 985320"/>
                  <a:gd name="textAreaBottom" fmla="*/ 985680 h 985320"/>
                </a:gdLst>
                <a:ahLst/>
                <a:cxnLst/>
                <a:rect l="textAreaLeft" t="textAreaTop" r="textAreaRight" b="textAreaBottom"/>
                <a:pathLst>
                  <a:path w="314" h="464">
                    <a:moveTo>
                      <a:pt x="290" y="266"/>
                    </a:moveTo>
                    <a:cubicBezTo>
                      <a:pt x="266" y="253"/>
                      <a:pt x="233" y="303"/>
                      <a:pt x="218" y="276"/>
                    </a:cubicBezTo>
                    <a:cubicBezTo>
                      <a:pt x="204" y="249"/>
                      <a:pt x="274" y="180"/>
                      <a:pt x="282" y="142"/>
                    </a:cubicBezTo>
                    <a:cubicBezTo>
                      <a:pt x="290" y="105"/>
                      <a:pt x="272" y="80"/>
                      <a:pt x="242" y="92"/>
                    </a:cubicBezTo>
                    <a:cubicBezTo>
                      <a:pt x="211" y="105"/>
                      <a:pt x="194" y="107"/>
                      <a:pt x="197" y="82"/>
                    </a:cubicBezTo>
                    <a:cubicBezTo>
                      <a:pt x="204" y="34"/>
                      <a:pt x="182" y="0"/>
                      <a:pt x="157" y="0"/>
                    </a:cubicBezTo>
                    <a:cubicBezTo>
                      <a:pt x="132" y="0"/>
                      <a:pt x="109" y="34"/>
                      <a:pt x="116" y="82"/>
                    </a:cubicBezTo>
                    <a:cubicBezTo>
                      <a:pt x="120" y="107"/>
                      <a:pt x="103" y="105"/>
                      <a:pt x="72" y="92"/>
                    </a:cubicBezTo>
                    <a:cubicBezTo>
                      <a:pt x="41" y="80"/>
                      <a:pt x="24" y="105"/>
                      <a:pt x="32" y="142"/>
                    </a:cubicBezTo>
                    <a:cubicBezTo>
                      <a:pt x="39" y="180"/>
                      <a:pt x="110" y="249"/>
                      <a:pt x="95" y="276"/>
                    </a:cubicBezTo>
                    <a:cubicBezTo>
                      <a:pt x="81" y="303"/>
                      <a:pt x="48" y="253"/>
                      <a:pt x="24" y="266"/>
                    </a:cubicBezTo>
                    <a:cubicBezTo>
                      <a:pt x="0" y="279"/>
                      <a:pt x="7" y="329"/>
                      <a:pt x="31" y="360"/>
                    </a:cubicBezTo>
                    <a:cubicBezTo>
                      <a:pt x="55" y="391"/>
                      <a:pt x="157" y="464"/>
                      <a:pt x="157" y="464"/>
                    </a:cubicBezTo>
                    <a:cubicBezTo>
                      <a:pt x="157" y="464"/>
                      <a:pt x="259" y="391"/>
                      <a:pt x="283" y="360"/>
                    </a:cubicBezTo>
                    <a:cubicBezTo>
                      <a:pt x="307" y="329"/>
                      <a:pt x="314" y="279"/>
                      <a:pt x="290" y="266"/>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1185" name="Google Shape;1288;p37"/>
              <p:cNvCxnSpPr/>
              <p:nvPr/>
            </p:nvCxnSpPr>
            <p:spPr>
              <a:xfrm flipV="1">
                <a:off x="8114040" y="3252600"/>
                <a:ext cx="360" cy="1117440"/>
              </a:xfrm>
              <a:prstGeom prst="straightConnector1">
                <a:avLst/>
              </a:prstGeom>
              <a:ln w="9525">
                <a:solidFill>
                  <a:srgbClr val="325D79"/>
                </a:solidFill>
                <a:miter/>
              </a:ln>
            </p:spPr>
          </p:cxnSp>
          <p:sp>
            <p:nvSpPr>
              <p:cNvPr id="1186" name="Google Shape;1289;p37"/>
              <p:cNvSpPr/>
              <p:nvPr/>
            </p:nvSpPr>
            <p:spPr>
              <a:xfrm>
                <a:off x="7961400" y="3441240"/>
                <a:ext cx="305640" cy="191160"/>
              </a:xfrm>
              <a:custGeom>
                <a:avLst/>
                <a:gdLst>
                  <a:gd name="textAreaLeft" fmla="*/ 0 w 305640"/>
                  <a:gd name="textAreaRight" fmla="*/ 306000 w 305640"/>
                  <a:gd name="textAreaTop" fmla="*/ 0 h 191160"/>
                  <a:gd name="textAreaBottom" fmla="*/ 191520 h 191160"/>
                </a:gdLst>
                <a:ahLst/>
                <a:cxnLst/>
                <a:rect l="textAreaLeft" t="textAreaTop" r="textAreaRight" b="textAreaBottom"/>
                <a:pathLst>
                  <a:path w="342" h="214">
                    <a:moveTo>
                      <a:pt x="342" y="0"/>
                    </a:moveTo>
                    <a:lnTo>
                      <a:pt x="171" y="214"/>
                    </a:lnTo>
                    <a:lnTo>
                      <a:pt x="0" y="0"/>
                    </a:lnTo>
                  </a:path>
                </a:pathLst>
              </a:custGeom>
              <a:noFill/>
              <a:ln w="9525">
                <a:solidFill>
                  <a:srgbClr val="325D79"/>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1290;p37"/>
              <p:cNvSpPr/>
              <p:nvPr/>
            </p:nvSpPr>
            <p:spPr>
              <a:xfrm>
                <a:off x="7897680" y="3838680"/>
                <a:ext cx="432720" cy="208080"/>
              </a:xfrm>
              <a:custGeom>
                <a:avLst/>
                <a:gdLst>
                  <a:gd name="textAreaLeft" fmla="*/ 0 w 432720"/>
                  <a:gd name="textAreaRight" fmla="*/ 433080 w 432720"/>
                  <a:gd name="textAreaTop" fmla="*/ 0 h 208080"/>
                  <a:gd name="textAreaBottom" fmla="*/ 208440 h 208080"/>
                </a:gdLst>
                <a:ahLst/>
                <a:cxnLst/>
                <a:rect l="textAreaLeft" t="textAreaTop" r="textAreaRight" b="textAreaBottom"/>
                <a:pathLst>
                  <a:path w="484" h="233">
                    <a:moveTo>
                      <a:pt x="484" y="0"/>
                    </a:moveTo>
                    <a:lnTo>
                      <a:pt x="242" y="233"/>
                    </a:lnTo>
                    <a:lnTo>
                      <a:pt x="0" y="0"/>
                    </a:lnTo>
                  </a:path>
                </a:pathLst>
              </a:custGeom>
              <a:noFill/>
              <a:ln w="9525">
                <a:solidFill>
                  <a:srgbClr val="325D79"/>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88" name="Google Shape;1291;p37"/>
            <p:cNvSpPr/>
            <p:nvPr/>
          </p:nvSpPr>
          <p:spPr>
            <a:xfrm>
              <a:off x="6066360" y="3591720"/>
              <a:ext cx="1240200" cy="778320"/>
            </a:xfrm>
            <a:custGeom>
              <a:avLst/>
              <a:gdLst>
                <a:gd name="textAreaLeft" fmla="*/ 0 w 1240200"/>
                <a:gd name="textAreaRight" fmla="*/ 1240560 w 1240200"/>
                <a:gd name="textAreaTop" fmla="*/ 0 h 778320"/>
                <a:gd name="textAreaBottom" fmla="*/ 778680 h 778320"/>
              </a:gdLst>
              <a:ahLst/>
              <a:cxnLst/>
              <a:rect l="textAreaLeft" t="textAreaTop" r="textAreaRight" b="textAreaBottom"/>
              <a:pathLst>
                <a:path w="749" h="470">
                  <a:moveTo>
                    <a:pt x="0" y="470"/>
                  </a:moveTo>
                  <a:cubicBezTo>
                    <a:pt x="0" y="470"/>
                    <a:pt x="48" y="224"/>
                    <a:pt x="103" y="217"/>
                  </a:cubicBezTo>
                  <a:cubicBezTo>
                    <a:pt x="158" y="210"/>
                    <a:pt x="173" y="365"/>
                    <a:pt x="211" y="364"/>
                  </a:cubicBezTo>
                  <a:cubicBezTo>
                    <a:pt x="250" y="362"/>
                    <a:pt x="237" y="1"/>
                    <a:pt x="364" y="0"/>
                  </a:cubicBezTo>
                  <a:cubicBezTo>
                    <a:pt x="490" y="0"/>
                    <a:pt x="445" y="317"/>
                    <a:pt x="522" y="344"/>
                  </a:cubicBezTo>
                  <a:cubicBezTo>
                    <a:pt x="600" y="370"/>
                    <a:pt x="749" y="304"/>
                    <a:pt x="749" y="470"/>
                  </a:cubicBezTo>
                  <a:lnTo>
                    <a:pt x="0" y="47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9" name="Google Shape;1292;p37"/>
            <p:cNvSpPr/>
            <p:nvPr/>
          </p:nvSpPr>
          <p:spPr>
            <a:xfrm>
              <a:off x="4588200" y="3960000"/>
              <a:ext cx="1590840" cy="409680"/>
            </a:xfrm>
            <a:custGeom>
              <a:avLst/>
              <a:gdLst>
                <a:gd name="textAreaLeft" fmla="*/ 0 w 1590840"/>
                <a:gd name="textAreaRight" fmla="*/ 1591200 w 1590840"/>
                <a:gd name="textAreaTop" fmla="*/ 0 h 409680"/>
                <a:gd name="textAreaBottom" fmla="*/ 410040 h 409680"/>
              </a:gdLst>
              <a:ahLst/>
              <a:cxnLst/>
              <a:rect l="textAreaLeft" t="textAreaTop" r="textAreaRight" b="textAreaBottom"/>
              <a:pathLst>
                <a:path w="961" h="248">
                  <a:moveTo>
                    <a:pt x="961" y="248"/>
                  </a:moveTo>
                  <a:cubicBezTo>
                    <a:pt x="904" y="105"/>
                    <a:pt x="711" y="0"/>
                    <a:pt x="480" y="0"/>
                  </a:cubicBezTo>
                  <a:cubicBezTo>
                    <a:pt x="250" y="0"/>
                    <a:pt x="56" y="105"/>
                    <a:pt x="0" y="248"/>
                  </a:cubicBezTo>
                  <a:lnTo>
                    <a:pt x="961" y="248"/>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90" name="Google Shape;1293;p37"/>
            <p:cNvGrpSpPr/>
            <p:nvPr/>
          </p:nvGrpSpPr>
          <p:grpSpPr>
            <a:xfrm>
              <a:off x="7391160" y="1820160"/>
              <a:ext cx="893520" cy="1905120"/>
              <a:chOff x="7391160" y="1820160"/>
              <a:chExt cx="893520" cy="1905120"/>
            </a:xfrm>
          </p:grpSpPr>
          <p:sp>
            <p:nvSpPr>
              <p:cNvPr id="1191" name="Google Shape;1294;p37"/>
              <p:cNvSpPr/>
              <p:nvPr/>
            </p:nvSpPr>
            <p:spPr>
              <a:xfrm>
                <a:off x="7391160" y="291816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119" y="106"/>
                    </a:moveTo>
                    <a:cubicBezTo>
                      <a:pt x="119" y="106"/>
                      <a:pt x="77" y="157"/>
                      <a:pt x="79" y="250"/>
                    </a:cubicBezTo>
                    <a:cubicBezTo>
                      <a:pt x="79" y="257"/>
                      <a:pt x="74" y="262"/>
                      <a:pt x="68" y="262"/>
                    </a:cubicBezTo>
                    <a:cubicBezTo>
                      <a:pt x="68" y="262"/>
                      <a:pt x="68" y="262"/>
                      <a:pt x="68" y="262"/>
                    </a:cubicBezTo>
                    <a:cubicBezTo>
                      <a:pt x="63" y="262"/>
                      <a:pt x="59" y="260"/>
                      <a:pt x="57" y="256"/>
                    </a:cubicBezTo>
                    <a:cubicBezTo>
                      <a:pt x="50" y="240"/>
                      <a:pt x="30" y="199"/>
                      <a:pt x="17" y="157"/>
                    </a:cubicBezTo>
                    <a:cubicBezTo>
                      <a:pt x="0" y="105"/>
                      <a:pt x="93" y="0"/>
                      <a:pt x="93" y="0"/>
                    </a:cubicBezTo>
                    <a:lnTo>
                      <a:pt x="119"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2" name="Google Shape;1295;p37"/>
              <p:cNvSpPr/>
              <p:nvPr/>
            </p:nvSpPr>
            <p:spPr>
              <a:xfrm>
                <a:off x="7917840" y="291816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0" y="106"/>
                    </a:moveTo>
                    <a:cubicBezTo>
                      <a:pt x="0" y="106"/>
                      <a:pt x="43" y="157"/>
                      <a:pt x="40" y="250"/>
                    </a:cubicBezTo>
                    <a:cubicBezTo>
                      <a:pt x="40" y="257"/>
                      <a:pt x="45" y="262"/>
                      <a:pt x="52" y="262"/>
                    </a:cubicBezTo>
                    <a:cubicBezTo>
                      <a:pt x="52" y="262"/>
                      <a:pt x="52" y="262"/>
                      <a:pt x="52" y="262"/>
                    </a:cubicBezTo>
                    <a:cubicBezTo>
                      <a:pt x="56" y="262"/>
                      <a:pt x="60" y="260"/>
                      <a:pt x="62" y="256"/>
                    </a:cubicBezTo>
                    <a:cubicBezTo>
                      <a:pt x="69" y="240"/>
                      <a:pt x="89" y="199"/>
                      <a:pt x="102" y="157"/>
                    </a:cubicBezTo>
                    <a:cubicBezTo>
                      <a:pt x="119" y="105"/>
                      <a:pt x="26" y="0"/>
                      <a:pt x="26" y="0"/>
                    </a:cubicBezTo>
                    <a:lnTo>
                      <a:pt x="0"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3" name="Google Shape;1296;p37"/>
              <p:cNvSpPr/>
              <p:nvPr/>
            </p:nvSpPr>
            <p:spPr>
              <a:xfrm>
                <a:off x="7619400" y="1820160"/>
                <a:ext cx="437040" cy="1535040"/>
              </a:xfrm>
              <a:custGeom>
                <a:avLst/>
                <a:gdLst>
                  <a:gd name="textAreaLeft" fmla="*/ 0 w 437040"/>
                  <a:gd name="textAreaRight" fmla="*/ 437400 w 437040"/>
                  <a:gd name="textAreaTop" fmla="*/ 0 h 1535040"/>
                  <a:gd name="textAreaBottom" fmla="*/ 1535400 h 1535040"/>
                </a:gdLst>
                <a:ahLst/>
                <a:cxnLst/>
                <a:rect l="textAreaLeft" t="textAreaTop" r="textAreaRight" b="textAreaBottom"/>
                <a:pathLst>
                  <a:path w="142" h="498">
                    <a:moveTo>
                      <a:pt x="78" y="6"/>
                    </a:moveTo>
                    <a:cubicBezTo>
                      <a:pt x="75" y="0"/>
                      <a:pt x="67" y="0"/>
                      <a:pt x="64" y="6"/>
                    </a:cubicBezTo>
                    <a:cubicBezTo>
                      <a:pt x="46" y="43"/>
                      <a:pt x="0" y="147"/>
                      <a:pt x="0" y="236"/>
                    </a:cubicBezTo>
                    <a:cubicBezTo>
                      <a:pt x="0" y="347"/>
                      <a:pt x="43" y="492"/>
                      <a:pt x="43" y="492"/>
                    </a:cubicBezTo>
                    <a:cubicBezTo>
                      <a:pt x="61" y="498"/>
                      <a:pt x="81" y="498"/>
                      <a:pt x="99" y="492"/>
                    </a:cubicBezTo>
                    <a:cubicBezTo>
                      <a:pt x="99" y="492"/>
                      <a:pt x="142" y="347"/>
                      <a:pt x="142" y="236"/>
                    </a:cubicBezTo>
                    <a:cubicBezTo>
                      <a:pt x="142" y="147"/>
                      <a:pt x="96" y="43"/>
                      <a:pt x="78" y="6"/>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297;p37"/>
              <p:cNvSpPr/>
              <p:nvPr/>
            </p:nvSpPr>
            <p:spPr>
              <a:xfrm>
                <a:off x="7736400" y="3275280"/>
                <a:ext cx="205920" cy="80280"/>
              </a:xfrm>
              <a:custGeom>
                <a:avLst/>
                <a:gdLst>
                  <a:gd name="textAreaLeft" fmla="*/ 0 w 205920"/>
                  <a:gd name="textAreaRight" fmla="*/ 206280 w 205920"/>
                  <a:gd name="textAreaTop" fmla="*/ 0 h 80280"/>
                  <a:gd name="textAreaBottom" fmla="*/ 80640 h 80280"/>
                </a:gdLst>
                <a:ahLst/>
                <a:cxnLst/>
                <a:rect l="textAreaLeft" t="textAreaTop" r="textAreaRight" b="textAreaBottom"/>
                <a:pathLst>
                  <a:path w="67" h="26">
                    <a:moveTo>
                      <a:pt x="0" y="0"/>
                    </a:moveTo>
                    <a:cubicBezTo>
                      <a:pt x="3" y="13"/>
                      <a:pt x="5" y="20"/>
                      <a:pt x="5" y="20"/>
                    </a:cubicBezTo>
                    <a:cubicBezTo>
                      <a:pt x="23" y="26"/>
                      <a:pt x="43" y="26"/>
                      <a:pt x="61" y="20"/>
                    </a:cubicBezTo>
                    <a:cubicBezTo>
                      <a:pt x="61" y="20"/>
                      <a:pt x="63" y="13"/>
                      <a:pt x="67" y="0"/>
                    </a:cubicBezTo>
                    <a:cubicBezTo>
                      <a:pt x="45" y="5"/>
                      <a:pt x="22" y="5"/>
                      <a:pt x="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0320" bIns="403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5" name="Google Shape;1298;p37"/>
              <p:cNvSpPr/>
              <p:nvPr/>
            </p:nvSpPr>
            <p:spPr>
              <a:xfrm>
                <a:off x="7675200" y="1820160"/>
                <a:ext cx="325440" cy="391680"/>
              </a:xfrm>
              <a:custGeom>
                <a:avLst/>
                <a:gdLst>
                  <a:gd name="textAreaLeft" fmla="*/ 0 w 325440"/>
                  <a:gd name="textAreaRight" fmla="*/ 325800 w 325440"/>
                  <a:gd name="textAreaTop" fmla="*/ 0 h 391680"/>
                  <a:gd name="textAreaBottom" fmla="*/ 392040 h 391680"/>
                </a:gdLst>
                <a:ahLst/>
                <a:cxnLst/>
                <a:rect l="textAreaLeft" t="textAreaTop" r="textAreaRight" b="textAreaBottom"/>
                <a:pathLst>
                  <a:path w="106" h="127">
                    <a:moveTo>
                      <a:pt x="106" y="127"/>
                    </a:moveTo>
                    <a:cubicBezTo>
                      <a:pt x="92" y="74"/>
                      <a:pt x="71" y="28"/>
                      <a:pt x="60" y="6"/>
                    </a:cubicBezTo>
                    <a:cubicBezTo>
                      <a:pt x="57" y="0"/>
                      <a:pt x="49" y="0"/>
                      <a:pt x="46" y="6"/>
                    </a:cubicBezTo>
                    <a:cubicBezTo>
                      <a:pt x="35" y="28"/>
                      <a:pt x="15" y="74"/>
                      <a:pt x="0" y="127"/>
                    </a:cubicBezTo>
                    <a:cubicBezTo>
                      <a:pt x="35" y="125"/>
                      <a:pt x="71" y="125"/>
                      <a:pt x="106" y="12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6" name="Google Shape;1299;p37"/>
              <p:cNvSpPr/>
              <p:nvPr/>
            </p:nvSpPr>
            <p:spPr>
              <a:xfrm>
                <a:off x="7760880" y="2405520"/>
                <a:ext cx="163080" cy="16308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1300;p37"/>
              <p:cNvSpPr/>
              <p:nvPr/>
            </p:nvSpPr>
            <p:spPr>
              <a:xfrm>
                <a:off x="7776360" y="2665080"/>
                <a:ext cx="132120" cy="1321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301;p37"/>
              <p:cNvSpPr/>
              <p:nvPr/>
            </p:nvSpPr>
            <p:spPr>
              <a:xfrm>
                <a:off x="7785720" y="2893680"/>
                <a:ext cx="114120" cy="1123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39960" bIns="39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1199" name="Google Shape;1302;p37"/>
            <p:cNvCxnSpPr/>
            <p:nvPr/>
          </p:nvCxnSpPr>
          <p:spPr>
            <a:xfrm>
              <a:off x="3961800" y="4370040"/>
              <a:ext cx="4816080" cy="360"/>
            </a:xfrm>
            <a:prstGeom prst="straightConnector1">
              <a:avLst/>
            </a:prstGeom>
            <a:ln w="9525">
              <a:solidFill>
                <a:srgbClr val="FFFEF4"/>
              </a:solidFill>
              <a:round/>
            </a:ln>
          </p:spPr>
        </p:cxnSp>
        <p:sp>
          <p:nvSpPr>
            <p:cNvPr id="1200" name="Google Shape;1303;p37"/>
            <p:cNvSpPr/>
            <p:nvPr/>
          </p:nvSpPr>
          <p:spPr>
            <a:xfrm>
              <a:off x="7023600" y="1325160"/>
              <a:ext cx="709920" cy="322200"/>
            </a:xfrm>
            <a:custGeom>
              <a:avLst/>
              <a:gdLst>
                <a:gd name="textAreaLeft" fmla="*/ 0 w 709920"/>
                <a:gd name="textAreaRight" fmla="*/ 710280 w 709920"/>
                <a:gd name="textAreaTop" fmla="*/ 0 h 322200"/>
                <a:gd name="textAreaBottom" fmla="*/ 322560 h 322200"/>
              </a:gdLst>
              <a:ahLst/>
              <a:cxnLst/>
              <a:rect l="textAreaLeft" t="textAreaTop" r="textAreaRight" b="textAreaBottom"/>
              <a:pathLst>
                <a:path w="968" h="439">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1" name="Google Shape;1304;p37"/>
            <p:cNvSpPr/>
            <p:nvPr/>
          </p:nvSpPr>
          <p:spPr>
            <a:xfrm>
              <a:off x="5639760" y="167832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02" name="Google Shape;1305;p37"/>
            <p:cNvGrpSpPr/>
            <p:nvPr/>
          </p:nvGrpSpPr>
          <p:grpSpPr>
            <a:xfrm>
              <a:off x="4187520" y="3559680"/>
              <a:ext cx="572760" cy="803520"/>
              <a:chOff x="4187520" y="3559680"/>
              <a:chExt cx="572760" cy="803520"/>
            </a:xfrm>
          </p:grpSpPr>
          <p:grpSp>
            <p:nvGrpSpPr>
              <p:cNvPr id="1203" name="Google Shape;1306;p37"/>
              <p:cNvGrpSpPr/>
              <p:nvPr/>
            </p:nvGrpSpPr>
            <p:grpSpPr>
              <a:xfrm>
                <a:off x="4187520" y="3559680"/>
                <a:ext cx="572760" cy="467280"/>
                <a:chOff x="4187520" y="3559680"/>
                <a:chExt cx="572760" cy="467280"/>
              </a:xfrm>
            </p:grpSpPr>
            <p:sp>
              <p:nvSpPr>
                <p:cNvPr id="1204" name="Google Shape;1307;p37"/>
                <p:cNvSpPr/>
                <p:nvPr/>
              </p:nvSpPr>
              <p:spPr>
                <a:xfrm>
                  <a:off x="4362120" y="3559680"/>
                  <a:ext cx="302760" cy="84600"/>
                </a:xfrm>
                <a:custGeom>
                  <a:avLst/>
                  <a:gdLst>
                    <a:gd name="textAreaLeft" fmla="*/ 0 w 302760"/>
                    <a:gd name="textAreaRight" fmla="*/ 303120 w 302760"/>
                    <a:gd name="textAreaTop" fmla="*/ 0 h 84600"/>
                    <a:gd name="textAreaBottom" fmla="*/ 84960 h 84600"/>
                  </a:gdLst>
                  <a:ahLst/>
                  <a:cxnLst/>
                  <a:rect l="textAreaLeft" t="textAreaTop" r="textAreaRight" b="textAreaBottom"/>
                  <a:pathLst>
                    <a:path w="264" h="74">
                      <a:moveTo>
                        <a:pt x="183" y="0"/>
                      </a:moveTo>
                      <a:cubicBezTo>
                        <a:pt x="73" y="0"/>
                        <a:pt x="73" y="0"/>
                        <a:pt x="73" y="0"/>
                      </a:cubicBezTo>
                      <a:cubicBezTo>
                        <a:pt x="63" y="0"/>
                        <a:pt x="53" y="5"/>
                        <a:pt x="47" y="13"/>
                      </a:cubicBezTo>
                      <a:cubicBezTo>
                        <a:pt x="0" y="74"/>
                        <a:pt x="0" y="74"/>
                        <a:pt x="0" y="74"/>
                      </a:cubicBezTo>
                      <a:cubicBezTo>
                        <a:pt x="264" y="74"/>
                        <a:pt x="264" y="74"/>
                        <a:pt x="264" y="74"/>
                      </a:cubicBezTo>
                      <a:cubicBezTo>
                        <a:pt x="222" y="19"/>
                        <a:pt x="222" y="19"/>
                        <a:pt x="222" y="19"/>
                      </a:cubicBezTo>
                      <a:cubicBezTo>
                        <a:pt x="213" y="7"/>
                        <a:pt x="198" y="0"/>
                        <a:pt x="18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5" name="Google Shape;1308;p37"/>
                <p:cNvSpPr/>
                <p:nvPr/>
              </p:nvSpPr>
              <p:spPr>
                <a:xfrm>
                  <a:off x="4404600" y="3559680"/>
                  <a:ext cx="260280" cy="84600"/>
                </a:xfrm>
                <a:custGeom>
                  <a:avLst/>
                  <a:gdLst>
                    <a:gd name="textAreaLeft" fmla="*/ 0 w 260280"/>
                    <a:gd name="textAreaRight" fmla="*/ 260640 w 260280"/>
                    <a:gd name="textAreaTop" fmla="*/ 0 h 84600"/>
                    <a:gd name="textAreaBottom" fmla="*/ 84960 h 84600"/>
                  </a:gdLst>
                  <a:ahLst/>
                  <a:cxnLst/>
                  <a:rect l="textAreaLeft" t="textAreaTop" r="textAreaRight" b="textAreaBottom"/>
                  <a:pathLst>
                    <a:path w="227" h="74">
                      <a:moveTo>
                        <a:pt x="154" y="0"/>
                      </a:moveTo>
                      <a:cubicBezTo>
                        <a:pt x="73" y="0"/>
                        <a:pt x="73" y="0"/>
                        <a:pt x="73" y="0"/>
                      </a:cubicBezTo>
                      <a:cubicBezTo>
                        <a:pt x="63" y="0"/>
                        <a:pt x="53" y="5"/>
                        <a:pt x="47" y="13"/>
                      </a:cubicBezTo>
                      <a:cubicBezTo>
                        <a:pt x="0" y="74"/>
                        <a:pt x="0" y="74"/>
                        <a:pt x="0" y="74"/>
                      </a:cubicBezTo>
                      <a:cubicBezTo>
                        <a:pt x="227" y="74"/>
                        <a:pt x="227" y="74"/>
                        <a:pt x="227" y="74"/>
                      </a:cubicBezTo>
                      <a:cubicBezTo>
                        <a:pt x="180" y="13"/>
                        <a:pt x="180" y="13"/>
                        <a:pt x="180" y="13"/>
                      </a:cubicBezTo>
                      <a:cubicBezTo>
                        <a:pt x="174" y="5"/>
                        <a:pt x="164" y="0"/>
                        <a:pt x="1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6" name="Google Shape;1309;p37"/>
                <p:cNvSpPr/>
                <p:nvPr/>
              </p:nvSpPr>
              <p:spPr>
                <a:xfrm>
                  <a:off x="4187520" y="3633120"/>
                  <a:ext cx="572760" cy="393840"/>
                </a:xfrm>
                <a:custGeom>
                  <a:avLst/>
                  <a:gdLst>
                    <a:gd name="textAreaLeft" fmla="*/ 0 w 572760"/>
                    <a:gd name="textAreaRight" fmla="*/ 573120 w 572760"/>
                    <a:gd name="textAreaTop" fmla="*/ 0 h 393840"/>
                    <a:gd name="textAreaBottom" fmla="*/ 394200 h 393840"/>
                  </a:gdLst>
                  <a:ahLst/>
                  <a:cxnLst/>
                  <a:rect l="textAreaLeft" t="textAreaTop" r="textAreaRight" b="textAreaBottom"/>
                  <a:pathLst>
                    <a:path w="499" h="343">
                      <a:moveTo>
                        <a:pt x="485" y="343"/>
                      </a:moveTo>
                      <a:cubicBezTo>
                        <a:pt x="14" y="343"/>
                        <a:pt x="14" y="343"/>
                        <a:pt x="14" y="343"/>
                      </a:cubicBezTo>
                      <a:cubicBezTo>
                        <a:pt x="7" y="343"/>
                        <a:pt x="0" y="337"/>
                        <a:pt x="0" y="330"/>
                      </a:cubicBezTo>
                      <a:cubicBezTo>
                        <a:pt x="0" y="13"/>
                        <a:pt x="0" y="13"/>
                        <a:pt x="0" y="13"/>
                      </a:cubicBezTo>
                      <a:cubicBezTo>
                        <a:pt x="0" y="6"/>
                        <a:pt x="7" y="0"/>
                        <a:pt x="14" y="0"/>
                      </a:cubicBezTo>
                      <a:cubicBezTo>
                        <a:pt x="485" y="0"/>
                        <a:pt x="485" y="0"/>
                        <a:pt x="485" y="0"/>
                      </a:cubicBezTo>
                      <a:cubicBezTo>
                        <a:pt x="493" y="0"/>
                        <a:pt x="499" y="6"/>
                        <a:pt x="499" y="13"/>
                      </a:cubicBezTo>
                      <a:cubicBezTo>
                        <a:pt x="499" y="330"/>
                        <a:pt x="499" y="330"/>
                        <a:pt x="499" y="330"/>
                      </a:cubicBezTo>
                      <a:cubicBezTo>
                        <a:pt x="499" y="337"/>
                        <a:pt x="493" y="343"/>
                        <a:pt x="485" y="34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1310;p37"/>
                <p:cNvSpPr/>
                <p:nvPr/>
              </p:nvSpPr>
              <p:spPr>
                <a:xfrm>
                  <a:off x="4187520" y="3633120"/>
                  <a:ext cx="121680" cy="393840"/>
                </a:xfrm>
                <a:custGeom>
                  <a:avLst/>
                  <a:gdLst>
                    <a:gd name="textAreaLeft" fmla="*/ 0 w 121680"/>
                    <a:gd name="textAreaRight" fmla="*/ 122040 w 121680"/>
                    <a:gd name="textAreaTop" fmla="*/ 0 h 393840"/>
                    <a:gd name="textAreaBottom" fmla="*/ 394200 h 393840"/>
                  </a:gdLst>
                  <a:ahLst/>
                  <a:cxnLst/>
                  <a:rect l="textAreaLeft" t="textAreaTop" r="textAreaRight" b="textAreaBottom"/>
                  <a:pathLst>
                    <a:path w="106" h="343">
                      <a:moveTo>
                        <a:pt x="106" y="343"/>
                      </a:moveTo>
                      <a:cubicBezTo>
                        <a:pt x="14" y="343"/>
                        <a:pt x="14" y="343"/>
                        <a:pt x="14" y="343"/>
                      </a:cubicBezTo>
                      <a:cubicBezTo>
                        <a:pt x="6" y="343"/>
                        <a:pt x="0" y="337"/>
                        <a:pt x="0" y="330"/>
                      </a:cubicBezTo>
                      <a:cubicBezTo>
                        <a:pt x="0" y="13"/>
                        <a:pt x="0" y="13"/>
                        <a:pt x="0" y="13"/>
                      </a:cubicBezTo>
                      <a:cubicBezTo>
                        <a:pt x="0" y="6"/>
                        <a:pt x="6" y="0"/>
                        <a:pt x="14" y="0"/>
                      </a:cubicBezTo>
                      <a:cubicBezTo>
                        <a:pt x="106" y="0"/>
                        <a:pt x="106" y="0"/>
                        <a:pt x="106" y="0"/>
                      </a:cubicBezTo>
                      <a:lnTo>
                        <a:pt x="106" y="343"/>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8" name="Google Shape;1311;p37"/>
                <p:cNvSpPr/>
                <p:nvPr/>
              </p:nvSpPr>
              <p:spPr>
                <a:xfrm>
                  <a:off x="4367880" y="3663000"/>
                  <a:ext cx="333720" cy="3337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9" name="Google Shape;1312;p37"/>
                <p:cNvSpPr/>
                <p:nvPr/>
              </p:nvSpPr>
              <p:spPr>
                <a:xfrm>
                  <a:off x="4411440" y="3706560"/>
                  <a:ext cx="246600" cy="2466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1313;p37"/>
                <p:cNvSpPr/>
                <p:nvPr/>
              </p:nvSpPr>
              <p:spPr>
                <a:xfrm>
                  <a:off x="4426560" y="3721680"/>
                  <a:ext cx="216720" cy="2167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1" name="Google Shape;1314;p37"/>
                <p:cNvSpPr/>
                <p:nvPr/>
              </p:nvSpPr>
              <p:spPr>
                <a:xfrm>
                  <a:off x="4591080" y="3798720"/>
                  <a:ext cx="22320" cy="23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8640" bIns="8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2" name="Google Shape;1315;p37"/>
                <p:cNvSpPr/>
                <p:nvPr/>
              </p:nvSpPr>
              <p:spPr>
                <a:xfrm>
                  <a:off x="4552920" y="3752640"/>
                  <a:ext cx="42120" cy="414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14760" bIns="147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13" name="Google Shape;1316;p37"/>
              <p:cNvGrpSpPr/>
              <p:nvPr/>
            </p:nvGrpSpPr>
            <p:grpSpPr>
              <a:xfrm>
                <a:off x="4218120" y="4011120"/>
                <a:ext cx="511560" cy="352080"/>
                <a:chOff x="4218120" y="4011120"/>
                <a:chExt cx="511560" cy="352080"/>
              </a:xfrm>
            </p:grpSpPr>
            <p:sp>
              <p:nvSpPr>
                <p:cNvPr id="1214" name="Google Shape;1317;p37"/>
                <p:cNvSpPr/>
                <p:nvPr/>
              </p:nvSpPr>
              <p:spPr>
                <a:xfrm>
                  <a:off x="4457880" y="4071600"/>
                  <a:ext cx="30600" cy="478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5" name="Google Shape;1318;p37"/>
                <p:cNvSpPr/>
                <p:nvPr/>
              </p:nvSpPr>
              <p:spPr>
                <a:xfrm>
                  <a:off x="4381200" y="4048200"/>
                  <a:ext cx="76680" cy="73440"/>
                </a:xfrm>
                <a:custGeom>
                  <a:avLst/>
                  <a:gdLst>
                    <a:gd name="textAreaLeft" fmla="*/ 0 w 76680"/>
                    <a:gd name="textAreaRight" fmla="*/ 77040 w 76680"/>
                    <a:gd name="textAreaTop" fmla="*/ 0 h 73440"/>
                    <a:gd name="textAreaBottom" fmla="*/ 73800 h 73440"/>
                  </a:gdLst>
                  <a:ahLst/>
                  <a:cxnLst/>
                  <a:rect l="textAreaLeft" t="textAreaTop" r="textAreaRight" b="textAreaBottom"/>
                  <a:pathLst>
                    <a:path w="102" h="98">
                      <a:moveTo>
                        <a:pt x="38" y="98"/>
                      </a:moveTo>
                      <a:lnTo>
                        <a:pt x="0" y="98"/>
                      </a:lnTo>
                      <a:lnTo>
                        <a:pt x="64" y="0"/>
                      </a:lnTo>
                      <a:lnTo>
                        <a:pt x="102" y="0"/>
                      </a:lnTo>
                      <a:lnTo>
                        <a:pt x="38"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1319;p37"/>
                <p:cNvSpPr/>
                <p:nvPr/>
              </p:nvSpPr>
              <p:spPr>
                <a:xfrm>
                  <a:off x="4490280" y="4048200"/>
                  <a:ext cx="74880" cy="73440"/>
                </a:xfrm>
                <a:custGeom>
                  <a:avLst/>
                  <a:gdLst>
                    <a:gd name="textAreaLeft" fmla="*/ 0 w 74880"/>
                    <a:gd name="textAreaRight" fmla="*/ 75240 w 74880"/>
                    <a:gd name="textAreaTop" fmla="*/ 0 h 73440"/>
                    <a:gd name="textAreaBottom" fmla="*/ 73800 h 73440"/>
                  </a:gdLst>
                  <a:ahLst/>
                  <a:cxnLst/>
                  <a:rect l="textAreaLeft" t="textAreaTop" r="textAreaRight" b="textAreaBottom"/>
                  <a:pathLst>
                    <a:path w="100" h="98">
                      <a:moveTo>
                        <a:pt x="64" y="98"/>
                      </a:moveTo>
                      <a:lnTo>
                        <a:pt x="100" y="98"/>
                      </a:lnTo>
                      <a:lnTo>
                        <a:pt x="36" y="0"/>
                      </a:lnTo>
                      <a:lnTo>
                        <a:pt x="0" y="0"/>
                      </a:lnTo>
                      <a:lnTo>
                        <a:pt x="64"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1320;p37"/>
                <p:cNvSpPr/>
                <p:nvPr/>
              </p:nvSpPr>
              <p:spPr>
                <a:xfrm>
                  <a:off x="4427640" y="4011120"/>
                  <a:ext cx="90720" cy="67680"/>
                </a:xfrm>
                <a:custGeom>
                  <a:avLst/>
                  <a:gdLst>
                    <a:gd name="textAreaLeft" fmla="*/ 0 w 90720"/>
                    <a:gd name="textAreaRight" fmla="*/ 91080 w 90720"/>
                    <a:gd name="textAreaTop" fmla="*/ 0 h 67680"/>
                    <a:gd name="textAreaBottom" fmla="*/ 68040 h 67680"/>
                  </a:gdLst>
                  <a:ahLst/>
                  <a:cxnLst/>
                  <a:rect l="textAreaLeft" t="textAreaTop" r="textAreaRight" b="textAreaBottom"/>
                  <a:pathLst>
                    <a:path w="51" h="38">
                      <a:moveTo>
                        <a:pt x="33" y="38"/>
                      </a:moveTo>
                      <a:cubicBezTo>
                        <a:pt x="19" y="38"/>
                        <a:pt x="19" y="38"/>
                        <a:pt x="19" y="38"/>
                      </a:cubicBezTo>
                      <a:cubicBezTo>
                        <a:pt x="8" y="38"/>
                        <a:pt x="0" y="30"/>
                        <a:pt x="0" y="20"/>
                      </a:cubicBezTo>
                      <a:cubicBezTo>
                        <a:pt x="0" y="0"/>
                        <a:pt x="0" y="0"/>
                        <a:pt x="0" y="0"/>
                      </a:cubicBezTo>
                      <a:cubicBezTo>
                        <a:pt x="51" y="0"/>
                        <a:pt x="51" y="0"/>
                        <a:pt x="51" y="0"/>
                      </a:cubicBezTo>
                      <a:cubicBezTo>
                        <a:pt x="51" y="20"/>
                        <a:pt x="51" y="20"/>
                        <a:pt x="51" y="20"/>
                      </a:cubicBezTo>
                      <a:cubicBezTo>
                        <a:pt x="51" y="30"/>
                        <a:pt x="43" y="38"/>
                        <a:pt x="33" y="3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1321;p37"/>
                <p:cNvSpPr/>
                <p:nvPr/>
              </p:nvSpPr>
              <p:spPr>
                <a:xfrm>
                  <a:off x="4448880" y="4102560"/>
                  <a:ext cx="47880" cy="260640"/>
                </a:xfrm>
                <a:custGeom>
                  <a:avLst/>
                  <a:gdLst>
                    <a:gd name="textAreaLeft" fmla="*/ 0 w 47880"/>
                    <a:gd name="textAreaRight" fmla="*/ 48240 w 47880"/>
                    <a:gd name="textAreaTop" fmla="*/ 0 h 260640"/>
                    <a:gd name="textAreaBottom" fmla="*/ 261000 h 260640"/>
                  </a:gdLst>
                  <a:ahLst/>
                  <a:cxnLst/>
                  <a:rect l="textAreaLeft" t="textAreaTop" r="textAreaRight" b="textAreaBottom"/>
                  <a:pathLst>
                    <a:path w="27" h="146">
                      <a:moveTo>
                        <a:pt x="21" y="146"/>
                      </a:moveTo>
                      <a:cubicBezTo>
                        <a:pt x="6" y="146"/>
                        <a:pt x="6" y="146"/>
                        <a:pt x="6" y="146"/>
                      </a:cubicBezTo>
                      <a:cubicBezTo>
                        <a:pt x="3" y="146"/>
                        <a:pt x="0" y="143"/>
                        <a:pt x="0" y="140"/>
                      </a:cubicBezTo>
                      <a:cubicBezTo>
                        <a:pt x="0" y="6"/>
                        <a:pt x="0" y="6"/>
                        <a:pt x="0" y="6"/>
                      </a:cubicBezTo>
                      <a:cubicBezTo>
                        <a:pt x="0" y="3"/>
                        <a:pt x="3" y="0"/>
                        <a:pt x="6" y="0"/>
                      </a:cubicBezTo>
                      <a:cubicBezTo>
                        <a:pt x="21" y="0"/>
                        <a:pt x="21" y="0"/>
                        <a:pt x="21" y="0"/>
                      </a:cubicBezTo>
                      <a:cubicBezTo>
                        <a:pt x="24" y="0"/>
                        <a:pt x="27" y="3"/>
                        <a:pt x="27" y="6"/>
                      </a:cubicBezTo>
                      <a:cubicBezTo>
                        <a:pt x="27" y="140"/>
                        <a:pt x="27" y="140"/>
                        <a:pt x="27" y="140"/>
                      </a:cubicBezTo>
                      <a:cubicBezTo>
                        <a:pt x="27" y="143"/>
                        <a:pt x="24" y="146"/>
                        <a:pt x="21"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9" name="Google Shape;1322;p37"/>
                <p:cNvSpPr/>
                <p:nvPr/>
              </p:nvSpPr>
              <p:spPr>
                <a:xfrm>
                  <a:off x="4218120" y="4102560"/>
                  <a:ext cx="209160" cy="260640"/>
                </a:xfrm>
                <a:custGeom>
                  <a:avLst/>
                  <a:gdLst>
                    <a:gd name="textAreaLeft" fmla="*/ 0 w 209160"/>
                    <a:gd name="textAreaRight" fmla="*/ 209520 w 209160"/>
                    <a:gd name="textAreaTop" fmla="*/ 0 h 260640"/>
                    <a:gd name="textAreaBottom" fmla="*/ 261000 h 260640"/>
                  </a:gdLst>
                  <a:ahLst/>
                  <a:cxnLst/>
                  <a:rect l="textAreaLeft" t="textAreaTop" r="textAreaRight" b="textAreaBottom"/>
                  <a:pathLst>
                    <a:path w="117" h="146">
                      <a:moveTo>
                        <a:pt x="18" y="146"/>
                      </a:moveTo>
                      <a:cubicBezTo>
                        <a:pt x="4" y="146"/>
                        <a:pt x="4" y="146"/>
                        <a:pt x="4" y="146"/>
                      </a:cubicBezTo>
                      <a:cubicBezTo>
                        <a:pt x="1" y="146"/>
                        <a:pt x="0" y="143"/>
                        <a:pt x="2" y="140"/>
                      </a:cubicBezTo>
                      <a:cubicBezTo>
                        <a:pt x="89" y="6"/>
                        <a:pt x="89" y="6"/>
                        <a:pt x="89" y="6"/>
                      </a:cubicBezTo>
                      <a:cubicBezTo>
                        <a:pt x="91" y="3"/>
                        <a:pt x="96" y="0"/>
                        <a:pt x="99" y="0"/>
                      </a:cubicBezTo>
                      <a:cubicBezTo>
                        <a:pt x="113" y="0"/>
                        <a:pt x="113" y="0"/>
                        <a:pt x="113" y="0"/>
                      </a:cubicBezTo>
                      <a:cubicBezTo>
                        <a:pt x="117" y="0"/>
                        <a:pt x="117" y="3"/>
                        <a:pt x="115" y="6"/>
                      </a:cubicBezTo>
                      <a:cubicBezTo>
                        <a:pt x="28" y="140"/>
                        <a:pt x="28" y="140"/>
                        <a:pt x="28" y="140"/>
                      </a:cubicBezTo>
                      <a:cubicBezTo>
                        <a:pt x="26" y="143"/>
                        <a:pt x="22" y="146"/>
                        <a:pt x="18"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0" name="Google Shape;1323;p37"/>
                <p:cNvSpPr/>
                <p:nvPr/>
              </p:nvSpPr>
              <p:spPr>
                <a:xfrm>
                  <a:off x="4519080" y="4102560"/>
                  <a:ext cx="210600" cy="260640"/>
                </a:xfrm>
                <a:custGeom>
                  <a:avLst/>
                  <a:gdLst>
                    <a:gd name="textAreaLeft" fmla="*/ 0 w 210600"/>
                    <a:gd name="textAreaRight" fmla="*/ 210960 w 210600"/>
                    <a:gd name="textAreaTop" fmla="*/ 0 h 260640"/>
                    <a:gd name="textAreaBottom" fmla="*/ 261000 h 260640"/>
                  </a:gdLst>
                  <a:ahLst/>
                  <a:cxnLst/>
                  <a:rect l="textAreaLeft" t="textAreaTop" r="textAreaRight" b="textAreaBottom"/>
                  <a:pathLst>
                    <a:path w="118" h="146">
                      <a:moveTo>
                        <a:pt x="99" y="146"/>
                      </a:moveTo>
                      <a:cubicBezTo>
                        <a:pt x="113" y="146"/>
                        <a:pt x="113" y="146"/>
                        <a:pt x="113" y="146"/>
                      </a:cubicBezTo>
                      <a:cubicBezTo>
                        <a:pt x="117" y="146"/>
                        <a:pt x="118" y="143"/>
                        <a:pt x="115" y="140"/>
                      </a:cubicBezTo>
                      <a:cubicBezTo>
                        <a:pt x="28" y="6"/>
                        <a:pt x="28" y="6"/>
                        <a:pt x="28" y="6"/>
                      </a:cubicBezTo>
                      <a:cubicBezTo>
                        <a:pt x="26" y="3"/>
                        <a:pt x="22" y="0"/>
                        <a:pt x="18" y="0"/>
                      </a:cubicBezTo>
                      <a:cubicBezTo>
                        <a:pt x="4" y="0"/>
                        <a:pt x="4" y="0"/>
                        <a:pt x="4" y="0"/>
                      </a:cubicBezTo>
                      <a:cubicBezTo>
                        <a:pt x="1" y="0"/>
                        <a:pt x="0" y="3"/>
                        <a:pt x="2" y="6"/>
                      </a:cubicBezTo>
                      <a:cubicBezTo>
                        <a:pt x="89" y="140"/>
                        <a:pt x="89" y="140"/>
                        <a:pt x="89" y="140"/>
                      </a:cubicBezTo>
                      <a:cubicBezTo>
                        <a:pt x="91" y="143"/>
                        <a:pt x="96" y="146"/>
                        <a:pt x="99"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221" name="Google Shape;1324;p37"/>
            <p:cNvGrpSpPr/>
            <p:nvPr/>
          </p:nvGrpSpPr>
          <p:grpSpPr>
            <a:xfrm>
              <a:off x="6533640" y="3087360"/>
              <a:ext cx="1026720" cy="1311480"/>
              <a:chOff x="6533640" y="3087360"/>
              <a:chExt cx="1026720" cy="1311480"/>
            </a:xfrm>
          </p:grpSpPr>
          <p:sp>
            <p:nvSpPr>
              <p:cNvPr id="1222" name="Google Shape;1325;p37"/>
              <p:cNvSpPr/>
              <p:nvPr/>
            </p:nvSpPr>
            <p:spPr>
              <a:xfrm>
                <a:off x="6880320" y="3732840"/>
                <a:ext cx="73800" cy="766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38520" bIns="38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1326;p37"/>
              <p:cNvSpPr/>
              <p:nvPr/>
            </p:nvSpPr>
            <p:spPr>
              <a:xfrm>
                <a:off x="6876000" y="3728520"/>
                <a:ext cx="82440" cy="85320"/>
              </a:xfrm>
              <a:custGeom>
                <a:avLst/>
                <a:gdLst>
                  <a:gd name="textAreaLeft" fmla="*/ 0 w 82440"/>
                  <a:gd name="textAreaRight" fmla="*/ 82800 w 82440"/>
                  <a:gd name="textAreaTop" fmla="*/ 0 h 85320"/>
                  <a:gd name="textAreaBottom" fmla="*/ 85680 h 85320"/>
                </a:gdLst>
                <a:ahLst/>
                <a:cxnLst/>
                <a:rect l="textAreaLeft" t="textAreaTop" r="textAreaRight" b="textAreaBottom"/>
                <a:pathLst>
                  <a:path w="59" h="61">
                    <a:moveTo>
                      <a:pt x="56" y="58"/>
                    </a:moveTo>
                    <a:lnTo>
                      <a:pt x="56" y="56"/>
                    </a:lnTo>
                    <a:lnTo>
                      <a:pt x="6" y="56"/>
                    </a:lnTo>
                    <a:lnTo>
                      <a:pt x="6" y="6"/>
                    </a:lnTo>
                    <a:lnTo>
                      <a:pt x="53" y="6"/>
                    </a:lnTo>
                    <a:lnTo>
                      <a:pt x="53" y="58"/>
                    </a:lnTo>
                    <a:lnTo>
                      <a:pt x="56" y="58"/>
                    </a:lnTo>
                    <a:lnTo>
                      <a:pt x="56" y="56"/>
                    </a:lnTo>
                    <a:lnTo>
                      <a:pt x="56" y="58"/>
                    </a:lnTo>
                    <a:lnTo>
                      <a:pt x="59" y="58"/>
                    </a:lnTo>
                    <a:lnTo>
                      <a:pt x="59" y="0"/>
                    </a:lnTo>
                    <a:lnTo>
                      <a:pt x="0" y="0"/>
                    </a:lnTo>
                    <a:lnTo>
                      <a:pt x="0" y="61"/>
                    </a:lnTo>
                    <a:lnTo>
                      <a:pt x="59" y="61"/>
                    </a:lnTo>
                    <a:lnTo>
                      <a:pt x="59" y="58"/>
                    </a:lnTo>
                    <a:lnTo>
                      <a:pt x="56" y="58"/>
                    </a:lnTo>
                    <a:close/>
                  </a:path>
                </a:pathLst>
              </a:custGeom>
              <a:solidFill>
                <a:srgbClr val="072E52"/>
              </a:solidFill>
              <a:ln w="0">
                <a:noFill/>
              </a:ln>
            </p:spPr>
            <p:style>
              <a:lnRef idx="0">
                <a:scrgbClr r="0" g="0" b="0"/>
              </a:lnRef>
              <a:fillRef idx="0">
                <a:scrgbClr r="0" g="0" b="0"/>
              </a:fillRef>
              <a:effectRef idx="0">
                <a:scrgbClr r="0" g="0" b="0"/>
              </a:effectRef>
              <a:fontRef idx="minor"/>
            </p:style>
            <p:txBody>
              <a:bodyPr tIns="42840" bIns="42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4" name="Google Shape;1327;p37"/>
              <p:cNvSpPr/>
              <p:nvPr/>
            </p:nvSpPr>
            <p:spPr>
              <a:xfrm>
                <a:off x="6970320" y="3188160"/>
                <a:ext cx="189000" cy="213120"/>
              </a:xfrm>
              <a:custGeom>
                <a:avLst/>
                <a:gdLst>
                  <a:gd name="textAreaLeft" fmla="*/ 0 w 189000"/>
                  <a:gd name="textAreaRight" fmla="*/ 189360 w 189000"/>
                  <a:gd name="textAreaTop" fmla="*/ 0 h 213120"/>
                  <a:gd name="textAreaBottom" fmla="*/ 213480 h 213120"/>
                </a:gdLst>
                <a:ahLst/>
                <a:cxnLst/>
                <a:rect l="textAreaLeft" t="textAreaTop" r="textAreaRight" b="textAreaBottom"/>
                <a:pathLst>
                  <a:path w="91" h="102">
                    <a:moveTo>
                      <a:pt x="6" y="13"/>
                    </a:moveTo>
                    <a:cubicBezTo>
                      <a:pt x="6" y="13"/>
                      <a:pt x="8" y="34"/>
                      <a:pt x="0" y="44"/>
                    </a:cubicBezTo>
                    <a:cubicBezTo>
                      <a:pt x="5" y="43"/>
                      <a:pt x="5" y="43"/>
                      <a:pt x="5" y="43"/>
                    </a:cubicBezTo>
                    <a:cubicBezTo>
                      <a:pt x="7" y="43"/>
                      <a:pt x="9" y="44"/>
                      <a:pt x="9" y="46"/>
                    </a:cubicBezTo>
                    <a:cubicBezTo>
                      <a:pt x="13" y="57"/>
                      <a:pt x="13" y="57"/>
                      <a:pt x="13" y="57"/>
                    </a:cubicBezTo>
                    <a:cubicBezTo>
                      <a:pt x="15" y="66"/>
                      <a:pt x="24" y="71"/>
                      <a:pt x="33" y="70"/>
                    </a:cubicBezTo>
                    <a:cubicBezTo>
                      <a:pt x="38" y="69"/>
                      <a:pt x="38" y="69"/>
                      <a:pt x="38" y="69"/>
                    </a:cubicBezTo>
                    <a:cubicBezTo>
                      <a:pt x="41" y="69"/>
                      <a:pt x="44" y="71"/>
                      <a:pt x="45" y="73"/>
                    </a:cubicBezTo>
                    <a:cubicBezTo>
                      <a:pt x="52" y="93"/>
                      <a:pt x="52" y="93"/>
                      <a:pt x="52" y="93"/>
                    </a:cubicBezTo>
                    <a:cubicBezTo>
                      <a:pt x="53" y="99"/>
                      <a:pt x="59" y="102"/>
                      <a:pt x="64" y="100"/>
                    </a:cubicBezTo>
                    <a:cubicBezTo>
                      <a:pt x="91" y="94"/>
                      <a:pt x="91" y="94"/>
                      <a:pt x="91" y="94"/>
                    </a:cubicBezTo>
                    <a:cubicBezTo>
                      <a:pt x="55" y="0"/>
                      <a:pt x="55" y="0"/>
                      <a:pt x="55" y="0"/>
                    </a:cubicBezTo>
                    <a:lnTo>
                      <a:pt x="6" y="13"/>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328;p37"/>
              <p:cNvSpPr/>
              <p:nvPr/>
            </p:nvSpPr>
            <p:spPr>
              <a:xfrm>
                <a:off x="7256520" y="4127040"/>
                <a:ext cx="196200" cy="234000"/>
              </a:xfrm>
              <a:custGeom>
                <a:avLst/>
                <a:gdLst>
                  <a:gd name="textAreaLeft" fmla="*/ 0 w 196200"/>
                  <a:gd name="textAreaRight" fmla="*/ 196560 w 196200"/>
                  <a:gd name="textAreaTop" fmla="*/ 0 h 234000"/>
                  <a:gd name="textAreaBottom" fmla="*/ 234360 h 234000"/>
                </a:gdLst>
                <a:ahLst/>
                <a:cxnLst/>
                <a:rect l="textAreaLeft" t="textAreaTop" r="textAreaRight" b="textAreaBottom"/>
                <a:pathLst>
                  <a:path w="94" h="112">
                    <a:moveTo>
                      <a:pt x="6" y="22"/>
                    </a:moveTo>
                    <a:cubicBezTo>
                      <a:pt x="78" y="0"/>
                      <a:pt x="78" y="0"/>
                      <a:pt x="78" y="0"/>
                    </a:cubicBezTo>
                    <a:cubicBezTo>
                      <a:pt x="78" y="0"/>
                      <a:pt x="92" y="27"/>
                      <a:pt x="93" y="57"/>
                    </a:cubicBezTo>
                    <a:cubicBezTo>
                      <a:pt x="94" y="87"/>
                      <a:pt x="83" y="110"/>
                      <a:pt x="62" y="112"/>
                    </a:cubicBezTo>
                    <a:cubicBezTo>
                      <a:pt x="55" y="112"/>
                      <a:pt x="64" y="90"/>
                      <a:pt x="63" y="76"/>
                    </a:cubicBezTo>
                    <a:cubicBezTo>
                      <a:pt x="63" y="68"/>
                      <a:pt x="55" y="60"/>
                      <a:pt x="48" y="55"/>
                    </a:cubicBezTo>
                    <a:cubicBezTo>
                      <a:pt x="44" y="52"/>
                      <a:pt x="39" y="52"/>
                      <a:pt x="35" y="53"/>
                    </a:cubicBezTo>
                    <a:cubicBezTo>
                      <a:pt x="0" y="67"/>
                      <a:pt x="0" y="67"/>
                      <a:pt x="0" y="67"/>
                    </a:cubicBezTo>
                    <a:lnTo>
                      <a:pt x="6" y="22"/>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329;p37"/>
              <p:cNvSpPr/>
              <p:nvPr/>
            </p:nvSpPr>
            <p:spPr>
              <a:xfrm>
                <a:off x="7364520" y="4127040"/>
                <a:ext cx="88200" cy="234000"/>
              </a:xfrm>
              <a:custGeom>
                <a:avLst/>
                <a:gdLst>
                  <a:gd name="textAreaLeft" fmla="*/ 0 w 88200"/>
                  <a:gd name="textAreaRight" fmla="*/ 88560 w 88200"/>
                  <a:gd name="textAreaTop" fmla="*/ 0 h 234000"/>
                  <a:gd name="textAreaBottom" fmla="*/ 234360 h 234000"/>
                </a:gdLst>
                <a:ahLst/>
                <a:cxnLst/>
                <a:rect l="textAreaLeft" t="textAreaTop" r="textAreaRight" b="textAreaBottom"/>
                <a:pathLst>
                  <a:path w="42" h="112">
                    <a:moveTo>
                      <a:pt x="41" y="57"/>
                    </a:moveTo>
                    <a:cubicBezTo>
                      <a:pt x="40" y="27"/>
                      <a:pt x="26" y="0"/>
                      <a:pt x="26" y="0"/>
                    </a:cubicBezTo>
                    <a:cubicBezTo>
                      <a:pt x="0" y="8"/>
                      <a:pt x="0" y="8"/>
                      <a:pt x="0" y="8"/>
                    </a:cubicBezTo>
                    <a:cubicBezTo>
                      <a:pt x="5" y="17"/>
                      <a:pt x="14" y="39"/>
                      <a:pt x="5" y="63"/>
                    </a:cubicBezTo>
                    <a:cubicBezTo>
                      <a:pt x="8" y="67"/>
                      <a:pt x="11" y="71"/>
                      <a:pt x="11" y="76"/>
                    </a:cubicBezTo>
                    <a:cubicBezTo>
                      <a:pt x="12" y="90"/>
                      <a:pt x="3" y="112"/>
                      <a:pt x="10" y="112"/>
                    </a:cubicBezTo>
                    <a:cubicBezTo>
                      <a:pt x="31" y="110"/>
                      <a:pt x="42" y="87"/>
                      <a:pt x="41" y="5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7" name="Google Shape;1330;p37"/>
              <p:cNvSpPr/>
              <p:nvPr/>
            </p:nvSpPr>
            <p:spPr>
              <a:xfrm>
                <a:off x="6766560" y="3668040"/>
                <a:ext cx="568080" cy="597600"/>
              </a:xfrm>
              <a:custGeom>
                <a:avLst/>
                <a:gdLst>
                  <a:gd name="textAreaLeft" fmla="*/ 0 w 568080"/>
                  <a:gd name="textAreaRight" fmla="*/ 568440 w 568080"/>
                  <a:gd name="textAreaTop" fmla="*/ 0 h 597600"/>
                  <a:gd name="textAreaBottom" fmla="*/ 597960 h 597600"/>
                </a:gdLst>
                <a:ahLst/>
                <a:cxnLst/>
                <a:rect l="textAreaLeft" t="textAreaTop" r="textAreaRight" b="textAreaBottom"/>
                <a:pathLst>
                  <a:path w="272" h="285">
                    <a:moveTo>
                      <a:pt x="212" y="74"/>
                    </a:moveTo>
                    <a:cubicBezTo>
                      <a:pt x="212" y="74"/>
                      <a:pt x="74" y="0"/>
                      <a:pt x="37" y="35"/>
                    </a:cubicBezTo>
                    <a:cubicBezTo>
                      <a:pt x="0" y="71"/>
                      <a:pt x="86" y="285"/>
                      <a:pt x="86" y="285"/>
                    </a:cubicBezTo>
                    <a:cubicBezTo>
                      <a:pt x="147" y="285"/>
                      <a:pt x="147" y="285"/>
                      <a:pt x="147" y="285"/>
                    </a:cubicBezTo>
                    <a:cubicBezTo>
                      <a:pt x="103" y="127"/>
                      <a:pt x="103" y="127"/>
                      <a:pt x="103" y="127"/>
                    </a:cubicBezTo>
                    <a:cubicBezTo>
                      <a:pt x="103" y="127"/>
                      <a:pt x="172" y="158"/>
                      <a:pt x="217" y="168"/>
                    </a:cubicBezTo>
                    <a:cubicBezTo>
                      <a:pt x="272" y="180"/>
                      <a:pt x="272" y="84"/>
                      <a:pt x="272" y="84"/>
                    </a:cubicBezTo>
                    <a:lnTo>
                      <a:pt x="212" y="74"/>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8" name="Google Shape;1331;p37"/>
              <p:cNvSpPr/>
              <p:nvPr/>
            </p:nvSpPr>
            <p:spPr>
              <a:xfrm>
                <a:off x="6905520" y="3817080"/>
                <a:ext cx="277560" cy="309960"/>
              </a:xfrm>
              <a:custGeom>
                <a:avLst/>
                <a:gdLst>
                  <a:gd name="textAreaLeft" fmla="*/ 0 w 277560"/>
                  <a:gd name="textAreaRight" fmla="*/ 277920 w 277560"/>
                  <a:gd name="textAreaTop" fmla="*/ 0 h 309960"/>
                  <a:gd name="textAreaBottom" fmla="*/ 310320 h 309960"/>
                </a:gdLst>
                <a:ahLst/>
                <a:cxnLst/>
                <a:rect l="textAreaLeft" t="textAreaTop" r="textAreaRight" b="textAreaBottom"/>
                <a:pathLst>
                  <a:path w="133" h="148">
                    <a:moveTo>
                      <a:pt x="133" y="40"/>
                    </a:moveTo>
                    <a:cubicBezTo>
                      <a:pt x="133" y="40"/>
                      <a:pt x="110" y="30"/>
                      <a:pt x="84" y="20"/>
                    </a:cubicBezTo>
                    <a:cubicBezTo>
                      <a:pt x="58" y="10"/>
                      <a:pt x="28" y="0"/>
                      <a:pt x="13" y="0"/>
                    </a:cubicBezTo>
                    <a:cubicBezTo>
                      <a:pt x="10" y="0"/>
                      <a:pt x="7" y="0"/>
                      <a:pt x="6" y="1"/>
                    </a:cubicBezTo>
                    <a:cubicBezTo>
                      <a:pt x="3" y="2"/>
                      <a:pt x="2" y="4"/>
                      <a:pt x="1" y="7"/>
                    </a:cubicBezTo>
                    <a:cubicBezTo>
                      <a:pt x="0" y="10"/>
                      <a:pt x="0" y="14"/>
                      <a:pt x="0" y="18"/>
                    </a:cubicBezTo>
                    <a:cubicBezTo>
                      <a:pt x="0" y="37"/>
                      <a:pt x="7" y="70"/>
                      <a:pt x="15" y="97"/>
                    </a:cubicBezTo>
                    <a:cubicBezTo>
                      <a:pt x="22" y="125"/>
                      <a:pt x="29" y="148"/>
                      <a:pt x="29" y="148"/>
                    </a:cubicBezTo>
                    <a:cubicBezTo>
                      <a:pt x="31" y="147"/>
                      <a:pt x="31" y="147"/>
                      <a:pt x="31" y="147"/>
                    </a:cubicBezTo>
                    <a:cubicBezTo>
                      <a:pt x="31" y="147"/>
                      <a:pt x="29" y="142"/>
                      <a:pt x="27" y="132"/>
                    </a:cubicBezTo>
                    <a:cubicBezTo>
                      <a:pt x="18" y="105"/>
                      <a:pt x="2" y="46"/>
                      <a:pt x="2" y="18"/>
                    </a:cubicBezTo>
                    <a:cubicBezTo>
                      <a:pt x="2" y="14"/>
                      <a:pt x="2" y="10"/>
                      <a:pt x="3" y="8"/>
                    </a:cubicBezTo>
                    <a:cubicBezTo>
                      <a:pt x="4" y="5"/>
                      <a:pt x="5" y="4"/>
                      <a:pt x="6" y="3"/>
                    </a:cubicBezTo>
                    <a:cubicBezTo>
                      <a:pt x="8" y="2"/>
                      <a:pt x="10" y="2"/>
                      <a:pt x="13" y="2"/>
                    </a:cubicBezTo>
                    <a:cubicBezTo>
                      <a:pt x="27" y="2"/>
                      <a:pt x="57" y="12"/>
                      <a:pt x="83" y="22"/>
                    </a:cubicBezTo>
                    <a:cubicBezTo>
                      <a:pt x="96" y="27"/>
                      <a:pt x="109" y="32"/>
                      <a:pt x="117" y="36"/>
                    </a:cubicBezTo>
                    <a:cubicBezTo>
                      <a:pt x="122" y="38"/>
                      <a:pt x="125" y="39"/>
                      <a:pt x="128" y="40"/>
                    </a:cubicBezTo>
                    <a:cubicBezTo>
                      <a:pt x="130" y="42"/>
                      <a:pt x="132" y="42"/>
                      <a:pt x="132" y="42"/>
                    </a:cubicBezTo>
                    <a:cubicBezTo>
                      <a:pt x="133" y="40"/>
                      <a:pt x="133" y="40"/>
                      <a:pt x="133" y="4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332;p37"/>
              <p:cNvSpPr/>
              <p:nvPr/>
            </p:nvSpPr>
            <p:spPr>
              <a:xfrm>
                <a:off x="6783480" y="3791520"/>
                <a:ext cx="691560" cy="607320"/>
              </a:xfrm>
              <a:custGeom>
                <a:avLst/>
                <a:gdLst>
                  <a:gd name="textAreaLeft" fmla="*/ 0 w 691560"/>
                  <a:gd name="textAreaRight" fmla="*/ 691920 w 691560"/>
                  <a:gd name="textAreaTop" fmla="*/ 0 h 607320"/>
                  <a:gd name="textAreaBottom" fmla="*/ 607680 h 607320"/>
                </a:gdLst>
                <a:ahLst/>
                <a:cxnLst/>
                <a:rect l="textAreaLeft" t="textAreaTop" r="textAreaRight" b="textAreaBottom"/>
                <a:pathLst>
                  <a:path w="331" h="290">
                    <a:moveTo>
                      <a:pt x="307" y="0"/>
                    </a:moveTo>
                    <a:cubicBezTo>
                      <a:pt x="307" y="0"/>
                      <a:pt x="331" y="35"/>
                      <a:pt x="313" y="80"/>
                    </a:cubicBezTo>
                    <a:cubicBezTo>
                      <a:pt x="294" y="127"/>
                      <a:pt x="156" y="201"/>
                      <a:pt x="156" y="201"/>
                    </a:cubicBezTo>
                    <a:cubicBezTo>
                      <a:pt x="245" y="179"/>
                      <a:pt x="245" y="179"/>
                      <a:pt x="245" y="179"/>
                    </a:cubicBezTo>
                    <a:cubicBezTo>
                      <a:pt x="245" y="241"/>
                      <a:pt x="245" y="241"/>
                      <a:pt x="245" y="241"/>
                    </a:cubicBezTo>
                    <a:cubicBezTo>
                      <a:pt x="245" y="241"/>
                      <a:pt x="81" y="290"/>
                      <a:pt x="40" y="268"/>
                    </a:cubicBezTo>
                    <a:cubicBezTo>
                      <a:pt x="0" y="245"/>
                      <a:pt x="20" y="208"/>
                      <a:pt x="59" y="159"/>
                    </a:cubicBezTo>
                    <a:cubicBezTo>
                      <a:pt x="99" y="111"/>
                      <a:pt x="187" y="42"/>
                      <a:pt x="187" y="42"/>
                    </a:cubicBezTo>
                    <a:cubicBezTo>
                      <a:pt x="192" y="0"/>
                      <a:pt x="192" y="0"/>
                      <a:pt x="192" y="0"/>
                    </a:cubicBezTo>
                    <a:lnTo>
                      <a:pt x="30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0" name="Google Shape;1333;p37"/>
              <p:cNvSpPr/>
              <p:nvPr/>
            </p:nvSpPr>
            <p:spPr>
              <a:xfrm>
                <a:off x="6937920" y="3829680"/>
                <a:ext cx="405360" cy="464040"/>
              </a:xfrm>
              <a:custGeom>
                <a:avLst/>
                <a:gdLst>
                  <a:gd name="textAreaLeft" fmla="*/ 0 w 405360"/>
                  <a:gd name="textAreaRight" fmla="*/ 405720 w 405360"/>
                  <a:gd name="textAreaTop" fmla="*/ 0 h 464040"/>
                  <a:gd name="textAreaBottom" fmla="*/ 464400 h 464040"/>
                </a:gdLst>
                <a:ahLst/>
                <a:cxnLst/>
                <a:rect l="textAreaLeft" t="textAreaTop" r="textAreaRight" b="textAreaBottom"/>
                <a:pathLst>
                  <a:path w="194" h="222">
                    <a:moveTo>
                      <a:pt x="189" y="1"/>
                    </a:moveTo>
                    <a:cubicBezTo>
                      <a:pt x="189" y="1"/>
                      <a:pt x="189" y="1"/>
                      <a:pt x="189" y="2"/>
                    </a:cubicBezTo>
                    <a:cubicBezTo>
                      <a:pt x="190" y="4"/>
                      <a:pt x="192" y="10"/>
                      <a:pt x="192" y="17"/>
                    </a:cubicBezTo>
                    <a:cubicBezTo>
                      <a:pt x="192" y="25"/>
                      <a:pt x="190" y="34"/>
                      <a:pt x="185" y="42"/>
                    </a:cubicBezTo>
                    <a:cubicBezTo>
                      <a:pt x="184" y="44"/>
                      <a:pt x="180" y="48"/>
                      <a:pt x="174" y="53"/>
                    </a:cubicBezTo>
                    <a:cubicBezTo>
                      <a:pt x="153" y="72"/>
                      <a:pt x="110" y="104"/>
                      <a:pt x="72" y="135"/>
                    </a:cubicBezTo>
                    <a:cubicBezTo>
                      <a:pt x="53" y="150"/>
                      <a:pt x="35" y="166"/>
                      <a:pt x="22" y="178"/>
                    </a:cubicBezTo>
                    <a:cubicBezTo>
                      <a:pt x="15" y="185"/>
                      <a:pt x="10" y="191"/>
                      <a:pt x="6" y="196"/>
                    </a:cubicBezTo>
                    <a:cubicBezTo>
                      <a:pt x="2" y="201"/>
                      <a:pt x="0" y="205"/>
                      <a:pt x="0" y="209"/>
                    </a:cubicBezTo>
                    <a:cubicBezTo>
                      <a:pt x="0" y="209"/>
                      <a:pt x="0" y="210"/>
                      <a:pt x="0" y="210"/>
                    </a:cubicBezTo>
                    <a:cubicBezTo>
                      <a:pt x="1" y="215"/>
                      <a:pt x="4" y="218"/>
                      <a:pt x="8" y="220"/>
                    </a:cubicBezTo>
                    <a:cubicBezTo>
                      <a:pt x="13" y="221"/>
                      <a:pt x="18" y="222"/>
                      <a:pt x="25" y="222"/>
                    </a:cubicBezTo>
                    <a:cubicBezTo>
                      <a:pt x="49" y="222"/>
                      <a:pt x="85" y="212"/>
                      <a:pt x="116" y="203"/>
                    </a:cubicBezTo>
                    <a:cubicBezTo>
                      <a:pt x="147" y="193"/>
                      <a:pt x="171" y="183"/>
                      <a:pt x="172" y="183"/>
                    </a:cubicBezTo>
                    <a:cubicBezTo>
                      <a:pt x="171" y="181"/>
                      <a:pt x="171" y="181"/>
                      <a:pt x="171" y="181"/>
                    </a:cubicBezTo>
                    <a:cubicBezTo>
                      <a:pt x="171" y="181"/>
                      <a:pt x="169" y="182"/>
                      <a:pt x="166" y="183"/>
                    </a:cubicBezTo>
                    <a:cubicBezTo>
                      <a:pt x="157" y="187"/>
                      <a:pt x="131" y="196"/>
                      <a:pt x="104" y="204"/>
                    </a:cubicBezTo>
                    <a:cubicBezTo>
                      <a:pt x="76" y="213"/>
                      <a:pt x="45" y="220"/>
                      <a:pt x="25" y="220"/>
                    </a:cubicBezTo>
                    <a:cubicBezTo>
                      <a:pt x="19" y="220"/>
                      <a:pt x="13" y="219"/>
                      <a:pt x="9" y="218"/>
                    </a:cubicBezTo>
                    <a:cubicBezTo>
                      <a:pt x="5" y="216"/>
                      <a:pt x="3" y="214"/>
                      <a:pt x="2" y="210"/>
                    </a:cubicBezTo>
                    <a:cubicBezTo>
                      <a:pt x="2" y="210"/>
                      <a:pt x="2" y="209"/>
                      <a:pt x="2" y="209"/>
                    </a:cubicBezTo>
                    <a:cubicBezTo>
                      <a:pt x="2" y="206"/>
                      <a:pt x="5" y="201"/>
                      <a:pt x="9" y="195"/>
                    </a:cubicBezTo>
                    <a:cubicBezTo>
                      <a:pt x="26" y="174"/>
                      <a:pt x="68" y="140"/>
                      <a:pt x="106" y="110"/>
                    </a:cubicBezTo>
                    <a:cubicBezTo>
                      <a:pt x="126" y="95"/>
                      <a:pt x="145" y="80"/>
                      <a:pt x="159" y="68"/>
                    </a:cubicBezTo>
                    <a:cubicBezTo>
                      <a:pt x="166" y="63"/>
                      <a:pt x="173" y="57"/>
                      <a:pt x="177" y="53"/>
                    </a:cubicBezTo>
                    <a:cubicBezTo>
                      <a:pt x="182" y="49"/>
                      <a:pt x="185" y="45"/>
                      <a:pt x="187" y="43"/>
                    </a:cubicBezTo>
                    <a:cubicBezTo>
                      <a:pt x="192" y="34"/>
                      <a:pt x="194" y="25"/>
                      <a:pt x="194" y="17"/>
                    </a:cubicBezTo>
                    <a:cubicBezTo>
                      <a:pt x="194" y="7"/>
                      <a:pt x="191" y="0"/>
                      <a:pt x="191" y="0"/>
                    </a:cubicBezTo>
                    <a:cubicBezTo>
                      <a:pt x="189" y="1"/>
                      <a:pt x="189" y="1"/>
                      <a:pt x="18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334;p37"/>
              <p:cNvSpPr/>
              <p:nvPr/>
            </p:nvSpPr>
            <p:spPr>
              <a:xfrm>
                <a:off x="7261920" y="3358080"/>
                <a:ext cx="298440" cy="424800"/>
              </a:xfrm>
              <a:custGeom>
                <a:avLst/>
                <a:gdLst>
                  <a:gd name="textAreaLeft" fmla="*/ 0 w 298440"/>
                  <a:gd name="textAreaRight" fmla="*/ 298800 w 298440"/>
                  <a:gd name="textAreaTop" fmla="*/ 0 h 424800"/>
                  <a:gd name="textAreaBottom" fmla="*/ 425160 h 424800"/>
                </a:gdLst>
                <a:ahLst/>
                <a:cxnLst/>
                <a:rect l="textAreaLeft" t="textAreaTop" r="textAreaRight" b="textAreaBottom"/>
                <a:pathLst>
                  <a:path w="143" h="203">
                    <a:moveTo>
                      <a:pt x="0" y="0"/>
                    </a:moveTo>
                    <a:cubicBezTo>
                      <a:pt x="0" y="0"/>
                      <a:pt x="143" y="60"/>
                      <a:pt x="142" y="93"/>
                    </a:cubicBezTo>
                    <a:cubicBezTo>
                      <a:pt x="142" y="127"/>
                      <a:pt x="74" y="203"/>
                      <a:pt x="74" y="203"/>
                    </a:cubicBezTo>
                    <a:cubicBezTo>
                      <a:pt x="59" y="179"/>
                      <a:pt x="59" y="179"/>
                      <a:pt x="59" y="179"/>
                    </a:cubicBezTo>
                    <a:cubicBezTo>
                      <a:pt x="99" y="102"/>
                      <a:pt x="99" y="102"/>
                      <a:pt x="99" y="102"/>
                    </a:cubicBezTo>
                    <a:cubicBezTo>
                      <a:pt x="14" y="62"/>
                      <a:pt x="14" y="62"/>
                      <a:pt x="14" y="62"/>
                    </a:cubicBezTo>
                    <a:lnTo>
                      <a:pt x="0"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1335;p37"/>
              <p:cNvSpPr/>
              <p:nvPr/>
            </p:nvSpPr>
            <p:spPr>
              <a:xfrm>
                <a:off x="7012440" y="3358080"/>
                <a:ext cx="450000" cy="489240"/>
              </a:xfrm>
              <a:custGeom>
                <a:avLst/>
                <a:gdLst>
                  <a:gd name="textAreaLeft" fmla="*/ 0 w 450000"/>
                  <a:gd name="textAreaRight" fmla="*/ 450360 w 450000"/>
                  <a:gd name="textAreaTop" fmla="*/ 0 h 489240"/>
                  <a:gd name="textAreaBottom" fmla="*/ 489600 h 489240"/>
                </a:gdLst>
                <a:ahLst/>
                <a:cxnLst/>
                <a:rect l="textAreaLeft" t="textAreaTop" r="textAreaRight" b="textAreaBottom"/>
                <a:pathLst>
                  <a:path w="216" h="234">
                    <a:moveTo>
                      <a:pt x="32" y="14"/>
                    </a:moveTo>
                    <a:cubicBezTo>
                      <a:pt x="0" y="30"/>
                      <a:pt x="0" y="30"/>
                      <a:pt x="0" y="30"/>
                    </a:cubicBezTo>
                    <a:cubicBezTo>
                      <a:pt x="0" y="30"/>
                      <a:pt x="6" y="49"/>
                      <a:pt x="7" y="74"/>
                    </a:cubicBezTo>
                    <a:cubicBezTo>
                      <a:pt x="8" y="100"/>
                      <a:pt x="12" y="123"/>
                      <a:pt x="29" y="132"/>
                    </a:cubicBezTo>
                    <a:cubicBezTo>
                      <a:pt x="45" y="141"/>
                      <a:pt x="57" y="144"/>
                      <a:pt x="64" y="162"/>
                    </a:cubicBezTo>
                    <a:cubicBezTo>
                      <a:pt x="70" y="180"/>
                      <a:pt x="73" y="199"/>
                      <a:pt x="73" y="211"/>
                    </a:cubicBezTo>
                    <a:cubicBezTo>
                      <a:pt x="74" y="224"/>
                      <a:pt x="109" y="234"/>
                      <a:pt x="139" y="233"/>
                    </a:cubicBezTo>
                    <a:cubicBezTo>
                      <a:pt x="169" y="231"/>
                      <a:pt x="198" y="230"/>
                      <a:pt x="207" y="212"/>
                    </a:cubicBezTo>
                    <a:cubicBezTo>
                      <a:pt x="216" y="194"/>
                      <a:pt x="197" y="171"/>
                      <a:pt x="193" y="153"/>
                    </a:cubicBezTo>
                    <a:cubicBezTo>
                      <a:pt x="188" y="136"/>
                      <a:pt x="174" y="42"/>
                      <a:pt x="120" y="0"/>
                    </a:cubicBezTo>
                    <a:cubicBezTo>
                      <a:pt x="69" y="0"/>
                      <a:pt x="69" y="0"/>
                      <a:pt x="69" y="0"/>
                    </a:cubicBezTo>
                    <a:lnTo>
                      <a:pt x="32" y="1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1336;p37"/>
              <p:cNvSpPr/>
              <p:nvPr/>
            </p:nvSpPr>
            <p:spPr>
              <a:xfrm>
                <a:off x="6533640" y="3412800"/>
                <a:ext cx="569520" cy="327960"/>
              </a:xfrm>
              <a:custGeom>
                <a:avLst/>
                <a:gdLst>
                  <a:gd name="textAreaLeft" fmla="*/ 0 w 569520"/>
                  <a:gd name="textAreaRight" fmla="*/ 569880 w 569520"/>
                  <a:gd name="textAreaTop" fmla="*/ 0 h 327960"/>
                  <a:gd name="textAreaBottom" fmla="*/ 328320 h 327960"/>
                </a:gdLst>
                <a:ahLst/>
                <a:cxnLst/>
                <a:rect l="textAreaLeft" t="textAreaTop" r="textAreaRight" b="textAreaBottom"/>
                <a:pathLst>
                  <a:path w="273" h="157">
                    <a:moveTo>
                      <a:pt x="219" y="13"/>
                    </a:moveTo>
                    <a:cubicBezTo>
                      <a:pt x="227" y="2"/>
                      <a:pt x="242" y="0"/>
                      <a:pt x="252" y="7"/>
                    </a:cubicBezTo>
                    <a:cubicBezTo>
                      <a:pt x="264" y="16"/>
                      <a:pt x="273" y="30"/>
                      <a:pt x="254" y="51"/>
                    </a:cubicBezTo>
                    <a:cubicBezTo>
                      <a:pt x="236" y="71"/>
                      <a:pt x="203" y="104"/>
                      <a:pt x="182" y="124"/>
                    </a:cubicBezTo>
                    <a:cubicBezTo>
                      <a:pt x="169" y="136"/>
                      <a:pt x="154" y="143"/>
                      <a:pt x="137" y="146"/>
                    </a:cubicBezTo>
                    <a:cubicBezTo>
                      <a:pt x="44" y="157"/>
                      <a:pt x="44" y="157"/>
                      <a:pt x="44" y="157"/>
                    </a:cubicBezTo>
                    <a:cubicBezTo>
                      <a:pt x="44" y="157"/>
                      <a:pt x="3" y="155"/>
                      <a:pt x="1" y="148"/>
                    </a:cubicBezTo>
                    <a:cubicBezTo>
                      <a:pt x="0" y="140"/>
                      <a:pt x="29" y="139"/>
                      <a:pt x="29" y="139"/>
                    </a:cubicBezTo>
                    <a:cubicBezTo>
                      <a:pt x="29" y="139"/>
                      <a:pt x="15" y="124"/>
                      <a:pt x="19" y="123"/>
                    </a:cubicBezTo>
                    <a:cubicBezTo>
                      <a:pt x="22" y="121"/>
                      <a:pt x="44" y="132"/>
                      <a:pt x="46" y="139"/>
                    </a:cubicBezTo>
                    <a:cubicBezTo>
                      <a:pt x="154" y="103"/>
                      <a:pt x="154" y="103"/>
                      <a:pt x="154" y="103"/>
                    </a:cubicBezTo>
                    <a:lnTo>
                      <a:pt x="219" y="13"/>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337;p37"/>
              <p:cNvSpPr/>
              <p:nvPr/>
            </p:nvSpPr>
            <p:spPr>
              <a:xfrm>
                <a:off x="6954840" y="3087360"/>
                <a:ext cx="330840" cy="379800"/>
              </a:xfrm>
              <a:custGeom>
                <a:avLst/>
                <a:gdLst>
                  <a:gd name="textAreaLeft" fmla="*/ 0 w 330840"/>
                  <a:gd name="textAreaRight" fmla="*/ 331200 w 330840"/>
                  <a:gd name="textAreaTop" fmla="*/ 0 h 379800"/>
                  <a:gd name="textAreaBottom" fmla="*/ 380160 h 379800"/>
                </a:gdLst>
                <a:ahLst/>
                <a:cxnLst/>
                <a:rect l="textAreaLeft" t="textAreaTop" r="textAreaRight" b="textAreaBottom"/>
                <a:pathLst>
                  <a:path w="158" h="181">
                    <a:moveTo>
                      <a:pt x="4" y="66"/>
                    </a:moveTo>
                    <a:cubicBezTo>
                      <a:pt x="41" y="62"/>
                      <a:pt x="41" y="62"/>
                      <a:pt x="41" y="62"/>
                    </a:cubicBezTo>
                    <a:cubicBezTo>
                      <a:pt x="41" y="62"/>
                      <a:pt x="40" y="76"/>
                      <a:pt x="51" y="82"/>
                    </a:cubicBezTo>
                    <a:cubicBezTo>
                      <a:pt x="62" y="88"/>
                      <a:pt x="68" y="89"/>
                      <a:pt x="67" y="102"/>
                    </a:cubicBezTo>
                    <a:cubicBezTo>
                      <a:pt x="67" y="116"/>
                      <a:pt x="62" y="121"/>
                      <a:pt x="76" y="129"/>
                    </a:cubicBezTo>
                    <a:cubicBezTo>
                      <a:pt x="90" y="138"/>
                      <a:pt x="77" y="156"/>
                      <a:pt x="76" y="164"/>
                    </a:cubicBezTo>
                    <a:cubicBezTo>
                      <a:pt x="76" y="173"/>
                      <a:pt x="80" y="181"/>
                      <a:pt x="106" y="181"/>
                    </a:cubicBezTo>
                    <a:cubicBezTo>
                      <a:pt x="133" y="181"/>
                      <a:pt x="158" y="166"/>
                      <a:pt x="155" y="145"/>
                    </a:cubicBezTo>
                    <a:cubicBezTo>
                      <a:pt x="151" y="125"/>
                      <a:pt x="133" y="120"/>
                      <a:pt x="129" y="109"/>
                    </a:cubicBezTo>
                    <a:cubicBezTo>
                      <a:pt x="124" y="96"/>
                      <a:pt x="127" y="87"/>
                      <a:pt x="118" y="78"/>
                    </a:cubicBezTo>
                    <a:cubicBezTo>
                      <a:pt x="109" y="68"/>
                      <a:pt x="101" y="61"/>
                      <a:pt x="100" y="46"/>
                    </a:cubicBezTo>
                    <a:cubicBezTo>
                      <a:pt x="98" y="30"/>
                      <a:pt x="73" y="0"/>
                      <a:pt x="38" y="9"/>
                    </a:cubicBezTo>
                    <a:cubicBezTo>
                      <a:pt x="3" y="18"/>
                      <a:pt x="0" y="48"/>
                      <a:pt x="4" y="6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5" name="Google Shape;1338;p37"/>
            <p:cNvGrpSpPr/>
            <p:nvPr/>
          </p:nvGrpSpPr>
          <p:grpSpPr>
            <a:xfrm>
              <a:off x="4812840" y="2596680"/>
              <a:ext cx="950760" cy="1791360"/>
              <a:chOff x="4812840" y="2596680"/>
              <a:chExt cx="950760" cy="1791360"/>
            </a:xfrm>
          </p:grpSpPr>
          <p:sp>
            <p:nvSpPr>
              <p:cNvPr id="1236" name="Google Shape;1339;p37"/>
              <p:cNvSpPr/>
              <p:nvPr/>
            </p:nvSpPr>
            <p:spPr>
              <a:xfrm>
                <a:off x="5329080" y="2654280"/>
                <a:ext cx="30600" cy="27720"/>
              </a:xfrm>
              <a:custGeom>
                <a:avLst/>
                <a:gdLst>
                  <a:gd name="textAreaLeft" fmla="*/ 0 w 30600"/>
                  <a:gd name="textAreaRight" fmla="*/ 30960 w 30600"/>
                  <a:gd name="textAreaTop" fmla="*/ 0 h 27720"/>
                  <a:gd name="textAreaBottom" fmla="*/ 28080 h 27720"/>
                </a:gdLst>
                <a:ahLst/>
                <a:cxnLst/>
                <a:rect l="textAreaLeft" t="textAreaTop" r="textAreaRight" b="textAreaBottom"/>
                <a:pathLst>
                  <a:path w="14" h="13">
                    <a:moveTo>
                      <a:pt x="11" y="11"/>
                    </a:moveTo>
                    <a:cubicBezTo>
                      <a:pt x="9" y="13"/>
                      <a:pt x="5" y="13"/>
                      <a:pt x="3" y="11"/>
                    </a:cubicBezTo>
                    <a:cubicBezTo>
                      <a:pt x="0" y="9"/>
                      <a:pt x="0" y="5"/>
                      <a:pt x="3" y="2"/>
                    </a:cubicBezTo>
                    <a:cubicBezTo>
                      <a:pt x="5" y="0"/>
                      <a:pt x="9" y="0"/>
                      <a:pt x="11" y="2"/>
                    </a:cubicBezTo>
                    <a:cubicBezTo>
                      <a:pt x="14" y="5"/>
                      <a:pt x="14" y="9"/>
                      <a:pt x="11" y="1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4040" bIns="14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7" name="Google Shape;1340;p37"/>
              <p:cNvSpPr/>
              <p:nvPr/>
            </p:nvSpPr>
            <p:spPr>
              <a:xfrm>
                <a:off x="5531040" y="4239360"/>
                <a:ext cx="232560" cy="131040"/>
              </a:xfrm>
              <a:custGeom>
                <a:avLst/>
                <a:gdLst>
                  <a:gd name="textAreaLeft" fmla="*/ 0 w 232560"/>
                  <a:gd name="textAreaRight" fmla="*/ 232920 w 232560"/>
                  <a:gd name="textAreaTop" fmla="*/ 0 h 131040"/>
                  <a:gd name="textAreaBottom" fmla="*/ 131400 h 131040"/>
                </a:gdLst>
                <a:ahLst/>
                <a:cxnLst/>
                <a:rect l="textAreaLeft" t="textAreaTop" r="textAreaRight" b="textAreaBottom"/>
                <a:pathLst>
                  <a:path w="106" h="60">
                    <a:moveTo>
                      <a:pt x="30" y="0"/>
                    </a:moveTo>
                    <a:cubicBezTo>
                      <a:pt x="30" y="0"/>
                      <a:pt x="35" y="17"/>
                      <a:pt x="59" y="22"/>
                    </a:cubicBezTo>
                    <a:cubicBezTo>
                      <a:pt x="82" y="26"/>
                      <a:pt x="101" y="19"/>
                      <a:pt x="103" y="29"/>
                    </a:cubicBezTo>
                    <a:cubicBezTo>
                      <a:pt x="106" y="39"/>
                      <a:pt x="46" y="60"/>
                      <a:pt x="0" y="60"/>
                    </a:cubicBezTo>
                    <a:cubicBezTo>
                      <a:pt x="0" y="60"/>
                      <a:pt x="5" y="29"/>
                      <a:pt x="4" y="17"/>
                    </a:cubicBezTo>
                    <a:cubicBezTo>
                      <a:pt x="2" y="5"/>
                      <a:pt x="0" y="0"/>
                      <a:pt x="0" y="0"/>
                    </a:cubicBezTo>
                    <a:lnTo>
                      <a:pt x="30"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8" name="Google Shape;1341;p37"/>
              <p:cNvSpPr/>
              <p:nvPr/>
            </p:nvSpPr>
            <p:spPr>
              <a:xfrm>
                <a:off x="4897080" y="4161240"/>
                <a:ext cx="217800" cy="226800"/>
              </a:xfrm>
              <a:custGeom>
                <a:avLst/>
                <a:gdLst>
                  <a:gd name="textAreaLeft" fmla="*/ 0 w 217800"/>
                  <a:gd name="textAreaRight" fmla="*/ 218160 w 217800"/>
                  <a:gd name="textAreaTop" fmla="*/ 0 h 226800"/>
                  <a:gd name="textAreaBottom" fmla="*/ 227160 h 226800"/>
                </a:gdLst>
                <a:ahLst/>
                <a:cxnLst/>
                <a:rect l="textAreaLeft" t="textAreaTop" r="textAreaRight" b="textAreaBottom"/>
                <a:pathLst>
                  <a:path w="100" h="103">
                    <a:moveTo>
                      <a:pt x="64" y="22"/>
                    </a:moveTo>
                    <a:cubicBezTo>
                      <a:pt x="64" y="22"/>
                      <a:pt x="55" y="38"/>
                      <a:pt x="68" y="58"/>
                    </a:cubicBezTo>
                    <a:cubicBezTo>
                      <a:pt x="82" y="78"/>
                      <a:pt x="100" y="85"/>
                      <a:pt x="95" y="94"/>
                    </a:cubicBezTo>
                    <a:cubicBezTo>
                      <a:pt x="89" y="103"/>
                      <a:pt x="32" y="76"/>
                      <a:pt x="0" y="43"/>
                    </a:cubicBezTo>
                    <a:cubicBezTo>
                      <a:pt x="0" y="43"/>
                      <a:pt x="25" y="24"/>
                      <a:pt x="33" y="15"/>
                    </a:cubicBezTo>
                    <a:cubicBezTo>
                      <a:pt x="41" y="6"/>
                      <a:pt x="43" y="0"/>
                      <a:pt x="43" y="0"/>
                    </a:cubicBezTo>
                    <a:lnTo>
                      <a:pt x="64" y="22"/>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9" name="Google Shape;1342;p37"/>
              <p:cNvSpPr/>
              <p:nvPr/>
            </p:nvSpPr>
            <p:spPr>
              <a:xfrm>
                <a:off x="4961880" y="3289680"/>
                <a:ext cx="402120" cy="950760"/>
              </a:xfrm>
              <a:custGeom>
                <a:avLst/>
                <a:gdLst>
                  <a:gd name="textAreaLeft" fmla="*/ 0 w 402120"/>
                  <a:gd name="textAreaRight" fmla="*/ 402480 w 402120"/>
                  <a:gd name="textAreaTop" fmla="*/ 0 h 950760"/>
                  <a:gd name="textAreaBottom" fmla="*/ 951120 h 950760"/>
                </a:gdLst>
                <a:ahLst/>
                <a:cxnLst/>
                <a:rect l="textAreaLeft" t="textAreaTop" r="textAreaRight" b="textAreaBottom"/>
                <a:pathLst>
                  <a:path w="183" h="432">
                    <a:moveTo>
                      <a:pt x="183" y="0"/>
                    </a:moveTo>
                    <a:cubicBezTo>
                      <a:pt x="183" y="0"/>
                      <a:pt x="165" y="200"/>
                      <a:pt x="146" y="262"/>
                    </a:cubicBezTo>
                    <a:cubicBezTo>
                      <a:pt x="126" y="323"/>
                      <a:pt x="37" y="432"/>
                      <a:pt x="37" y="432"/>
                    </a:cubicBezTo>
                    <a:cubicBezTo>
                      <a:pt x="0" y="407"/>
                      <a:pt x="0" y="407"/>
                      <a:pt x="0" y="407"/>
                    </a:cubicBezTo>
                    <a:cubicBezTo>
                      <a:pt x="0" y="407"/>
                      <a:pt x="35" y="325"/>
                      <a:pt x="67" y="274"/>
                    </a:cubicBezTo>
                    <a:cubicBezTo>
                      <a:pt x="79" y="254"/>
                      <a:pt x="86" y="232"/>
                      <a:pt x="86" y="208"/>
                    </a:cubicBezTo>
                    <a:cubicBezTo>
                      <a:pt x="88" y="158"/>
                      <a:pt x="91" y="69"/>
                      <a:pt x="98" y="0"/>
                    </a:cubicBezTo>
                    <a:lnTo>
                      <a:pt x="1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1343;p37"/>
              <p:cNvSpPr/>
              <p:nvPr/>
            </p:nvSpPr>
            <p:spPr>
              <a:xfrm>
                <a:off x="5009040" y="3513960"/>
                <a:ext cx="288720" cy="704520"/>
              </a:xfrm>
              <a:custGeom>
                <a:avLst/>
                <a:gdLst>
                  <a:gd name="textAreaLeft" fmla="*/ 0 w 288720"/>
                  <a:gd name="textAreaRight" fmla="*/ 289080 w 288720"/>
                  <a:gd name="textAreaTop" fmla="*/ 0 h 704520"/>
                  <a:gd name="textAreaBottom" fmla="*/ 704880 h 704520"/>
                </a:gdLst>
                <a:ahLst/>
                <a:cxnLst/>
                <a:rect l="textAreaLeft" t="textAreaTop" r="textAreaRight" b="textAreaBottom"/>
                <a:pathLst>
                  <a:path w="132" h="320">
                    <a:moveTo>
                      <a:pt x="2" y="320"/>
                    </a:moveTo>
                    <a:cubicBezTo>
                      <a:pt x="95" y="164"/>
                      <a:pt x="95" y="164"/>
                      <a:pt x="95" y="164"/>
                    </a:cubicBezTo>
                    <a:cubicBezTo>
                      <a:pt x="100" y="154"/>
                      <a:pt x="105" y="143"/>
                      <a:pt x="107" y="132"/>
                    </a:cubicBezTo>
                    <a:cubicBezTo>
                      <a:pt x="132" y="1"/>
                      <a:pt x="132" y="1"/>
                      <a:pt x="132" y="1"/>
                    </a:cubicBezTo>
                    <a:cubicBezTo>
                      <a:pt x="130" y="0"/>
                      <a:pt x="130" y="0"/>
                      <a:pt x="130" y="0"/>
                    </a:cubicBezTo>
                    <a:cubicBezTo>
                      <a:pt x="105" y="131"/>
                      <a:pt x="105" y="131"/>
                      <a:pt x="105" y="131"/>
                    </a:cubicBezTo>
                    <a:cubicBezTo>
                      <a:pt x="103" y="143"/>
                      <a:pt x="99" y="153"/>
                      <a:pt x="93" y="163"/>
                    </a:cubicBezTo>
                    <a:cubicBezTo>
                      <a:pt x="0" y="319"/>
                      <a:pt x="0" y="319"/>
                      <a:pt x="0" y="319"/>
                    </a:cubicBezTo>
                    <a:cubicBezTo>
                      <a:pt x="2" y="320"/>
                      <a:pt x="2" y="320"/>
                      <a:pt x="2" y="32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1344;p37"/>
              <p:cNvSpPr/>
              <p:nvPr/>
            </p:nvSpPr>
            <p:spPr>
              <a:xfrm>
                <a:off x="5193360" y="3279240"/>
                <a:ext cx="418320" cy="969840"/>
              </a:xfrm>
              <a:custGeom>
                <a:avLst/>
                <a:gdLst>
                  <a:gd name="textAreaLeft" fmla="*/ 0 w 418320"/>
                  <a:gd name="textAreaRight" fmla="*/ 418680 w 418320"/>
                  <a:gd name="textAreaTop" fmla="*/ 0 h 969840"/>
                  <a:gd name="textAreaBottom" fmla="*/ 970200 h 969840"/>
                </a:gdLst>
                <a:ahLst/>
                <a:cxnLst/>
                <a:rect l="textAreaLeft" t="textAreaTop" r="textAreaRight" b="textAreaBottom"/>
                <a:pathLst>
                  <a:path w="191" h="441">
                    <a:moveTo>
                      <a:pt x="93" y="0"/>
                    </a:moveTo>
                    <a:cubicBezTo>
                      <a:pt x="93" y="0"/>
                      <a:pt x="175" y="341"/>
                      <a:pt x="191" y="441"/>
                    </a:cubicBezTo>
                    <a:cubicBezTo>
                      <a:pt x="152" y="441"/>
                      <a:pt x="152" y="441"/>
                      <a:pt x="152" y="441"/>
                    </a:cubicBezTo>
                    <a:cubicBezTo>
                      <a:pt x="152" y="441"/>
                      <a:pt x="106" y="350"/>
                      <a:pt x="95" y="272"/>
                    </a:cubicBezTo>
                    <a:cubicBezTo>
                      <a:pt x="94" y="265"/>
                      <a:pt x="91" y="258"/>
                      <a:pt x="87" y="251"/>
                    </a:cubicBezTo>
                    <a:cubicBezTo>
                      <a:pt x="74" y="230"/>
                      <a:pt x="44" y="179"/>
                      <a:pt x="34" y="142"/>
                    </a:cubicBezTo>
                    <a:cubicBezTo>
                      <a:pt x="21" y="95"/>
                      <a:pt x="0" y="51"/>
                      <a:pt x="1" y="0"/>
                    </a:cubicBezTo>
                    <a:lnTo>
                      <a:pt x="9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345;p37"/>
              <p:cNvSpPr/>
              <p:nvPr/>
            </p:nvSpPr>
            <p:spPr>
              <a:xfrm>
                <a:off x="5301000" y="3289680"/>
                <a:ext cx="284400" cy="959760"/>
              </a:xfrm>
              <a:custGeom>
                <a:avLst/>
                <a:gdLst>
                  <a:gd name="textAreaLeft" fmla="*/ 0 w 284400"/>
                  <a:gd name="textAreaRight" fmla="*/ 284760 w 284400"/>
                  <a:gd name="textAreaTop" fmla="*/ 0 h 959760"/>
                  <a:gd name="textAreaBottom" fmla="*/ 960120 h 959760"/>
                </a:gdLst>
                <a:ahLst/>
                <a:cxnLst/>
                <a:rect l="textAreaLeft" t="textAreaTop" r="textAreaRight" b="textAreaBottom"/>
                <a:pathLst>
                  <a:path w="193" h="651">
                    <a:moveTo>
                      <a:pt x="0" y="2"/>
                    </a:moveTo>
                    <a:lnTo>
                      <a:pt x="114" y="349"/>
                    </a:lnTo>
                    <a:lnTo>
                      <a:pt x="190" y="651"/>
                    </a:lnTo>
                    <a:lnTo>
                      <a:pt x="193" y="651"/>
                    </a:lnTo>
                    <a:lnTo>
                      <a:pt x="117" y="348"/>
                    </a:lnTo>
                    <a:lnTo>
                      <a:pt x="3" y="0"/>
                    </a:lnTo>
                    <a:lnTo>
                      <a:pt x="0" y="2"/>
                    </a:lnTo>
                    <a:lnTo>
                      <a:pt x="0" y="2"/>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346;p37"/>
              <p:cNvSpPr/>
              <p:nvPr/>
            </p:nvSpPr>
            <p:spPr>
              <a:xfrm>
                <a:off x="5531040" y="4271760"/>
                <a:ext cx="232560" cy="98280"/>
              </a:xfrm>
              <a:custGeom>
                <a:avLst/>
                <a:gdLst>
                  <a:gd name="textAreaLeft" fmla="*/ 0 w 232560"/>
                  <a:gd name="textAreaRight" fmla="*/ 232920 w 232560"/>
                  <a:gd name="textAreaTop" fmla="*/ 0 h 98280"/>
                  <a:gd name="textAreaBottom" fmla="*/ 98640 h 98280"/>
                </a:gdLst>
                <a:ahLst/>
                <a:cxnLst/>
                <a:rect l="textAreaLeft" t="textAreaTop" r="textAreaRight" b="textAreaBottom"/>
                <a:pathLst>
                  <a:path w="106" h="45">
                    <a:moveTo>
                      <a:pt x="59" y="7"/>
                    </a:moveTo>
                    <a:cubicBezTo>
                      <a:pt x="51" y="6"/>
                      <a:pt x="46" y="3"/>
                      <a:pt x="42" y="0"/>
                    </a:cubicBezTo>
                    <a:cubicBezTo>
                      <a:pt x="31" y="6"/>
                      <a:pt x="30" y="15"/>
                      <a:pt x="27" y="17"/>
                    </a:cubicBezTo>
                    <a:cubicBezTo>
                      <a:pt x="25" y="19"/>
                      <a:pt x="12" y="16"/>
                      <a:pt x="4" y="14"/>
                    </a:cubicBezTo>
                    <a:cubicBezTo>
                      <a:pt x="3" y="28"/>
                      <a:pt x="0" y="45"/>
                      <a:pt x="0" y="45"/>
                    </a:cubicBezTo>
                    <a:cubicBezTo>
                      <a:pt x="46" y="45"/>
                      <a:pt x="106" y="24"/>
                      <a:pt x="103" y="14"/>
                    </a:cubicBezTo>
                    <a:cubicBezTo>
                      <a:pt x="101" y="4"/>
                      <a:pt x="82" y="11"/>
                      <a:pt x="59" y="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4" name="Google Shape;1347;p37"/>
              <p:cNvSpPr/>
              <p:nvPr/>
            </p:nvSpPr>
            <p:spPr>
              <a:xfrm>
                <a:off x="4897080" y="4212720"/>
                <a:ext cx="217800" cy="174960"/>
              </a:xfrm>
              <a:custGeom>
                <a:avLst/>
                <a:gdLst>
                  <a:gd name="textAreaLeft" fmla="*/ 0 w 217800"/>
                  <a:gd name="textAreaRight" fmla="*/ 218160 w 217800"/>
                  <a:gd name="textAreaTop" fmla="*/ 0 h 174960"/>
                  <a:gd name="textAreaBottom" fmla="*/ 175320 h 174960"/>
                </a:gdLst>
                <a:ahLst/>
                <a:cxnLst/>
                <a:rect l="textAreaLeft" t="textAreaTop" r="textAreaRight" b="textAreaBottom"/>
                <a:pathLst>
                  <a:path w="100" h="80">
                    <a:moveTo>
                      <a:pt x="68" y="35"/>
                    </a:moveTo>
                    <a:cubicBezTo>
                      <a:pt x="64" y="28"/>
                      <a:pt x="62" y="23"/>
                      <a:pt x="61" y="18"/>
                    </a:cubicBezTo>
                    <a:cubicBezTo>
                      <a:pt x="49" y="14"/>
                      <a:pt x="42" y="20"/>
                      <a:pt x="39" y="19"/>
                    </a:cubicBezTo>
                    <a:cubicBezTo>
                      <a:pt x="37" y="19"/>
                      <a:pt x="29" y="8"/>
                      <a:pt x="24" y="0"/>
                    </a:cubicBezTo>
                    <a:cubicBezTo>
                      <a:pt x="14" y="10"/>
                      <a:pt x="0" y="20"/>
                      <a:pt x="0" y="20"/>
                    </a:cubicBezTo>
                    <a:cubicBezTo>
                      <a:pt x="32" y="53"/>
                      <a:pt x="89" y="80"/>
                      <a:pt x="95" y="71"/>
                    </a:cubicBezTo>
                    <a:cubicBezTo>
                      <a:pt x="100" y="62"/>
                      <a:pt x="82" y="55"/>
                      <a:pt x="68" y="3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5" name="Google Shape;1348;p37"/>
              <p:cNvSpPr/>
              <p:nvPr/>
            </p:nvSpPr>
            <p:spPr>
              <a:xfrm>
                <a:off x="5298120" y="2649600"/>
                <a:ext cx="124920" cy="147240"/>
              </a:xfrm>
              <a:custGeom>
                <a:avLst/>
                <a:gdLst>
                  <a:gd name="textAreaLeft" fmla="*/ 0 w 124920"/>
                  <a:gd name="textAreaRight" fmla="*/ 125280 w 124920"/>
                  <a:gd name="textAreaTop" fmla="*/ 0 h 147240"/>
                  <a:gd name="textAreaBottom" fmla="*/ 147600 h 147240"/>
                </a:gdLst>
                <a:ahLst/>
                <a:cxnLst/>
                <a:rect l="textAreaLeft" t="textAreaTop" r="textAreaRight" b="textAreaBottom"/>
                <a:pathLst>
                  <a:path w="57" h="67">
                    <a:moveTo>
                      <a:pt x="21" y="67"/>
                    </a:moveTo>
                    <a:cubicBezTo>
                      <a:pt x="21" y="67"/>
                      <a:pt x="0" y="42"/>
                      <a:pt x="2" y="12"/>
                    </a:cubicBezTo>
                    <a:cubicBezTo>
                      <a:pt x="5" y="0"/>
                      <a:pt x="5" y="0"/>
                      <a:pt x="5" y="0"/>
                    </a:cubicBezTo>
                    <a:cubicBezTo>
                      <a:pt x="45" y="6"/>
                      <a:pt x="45" y="6"/>
                      <a:pt x="45" y="6"/>
                    </a:cubicBezTo>
                    <a:cubicBezTo>
                      <a:pt x="45" y="6"/>
                      <a:pt x="57" y="27"/>
                      <a:pt x="50" y="45"/>
                    </a:cubicBezTo>
                    <a:cubicBezTo>
                      <a:pt x="44" y="63"/>
                      <a:pt x="21" y="67"/>
                      <a:pt x="21" y="6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6" name="Google Shape;1349;p37"/>
              <p:cNvSpPr/>
              <p:nvPr/>
            </p:nvSpPr>
            <p:spPr>
              <a:xfrm>
                <a:off x="5601960" y="3303000"/>
                <a:ext cx="144000" cy="119160"/>
              </a:xfrm>
              <a:custGeom>
                <a:avLst/>
                <a:gdLst>
                  <a:gd name="textAreaLeft" fmla="*/ 0 w 144000"/>
                  <a:gd name="textAreaRight" fmla="*/ 144360 w 144000"/>
                  <a:gd name="textAreaTop" fmla="*/ 0 h 119160"/>
                  <a:gd name="textAreaBottom" fmla="*/ 119520 h 119160"/>
                </a:gdLst>
                <a:ahLst/>
                <a:cxnLst/>
                <a:rect l="textAreaLeft" t="textAreaTop" r="textAreaRight" b="textAreaBottom"/>
                <a:pathLst>
                  <a:path w="66" h="54">
                    <a:moveTo>
                      <a:pt x="13" y="0"/>
                    </a:moveTo>
                    <a:cubicBezTo>
                      <a:pt x="13" y="0"/>
                      <a:pt x="19" y="9"/>
                      <a:pt x="32" y="8"/>
                    </a:cubicBezTo>
                    <a:cubicBezTo>
                      <a:pt x="45" y="7"/>
                      <a:pt x="61" y="9"/>
                      <a:pt x="61" y="11"/>
                    </a:cubicBezTo>
                    <a:cubicBezTo>
                      <a:pt x="62" y="13"/>
                      <a:pt x="44" y="13"/>
                      <a:pt x="44" y="13"/>
                    </a:cubicBezTo>
                    <a:cubicBezTo>
                      <a:pt x="44" y="13"/>
                      <a:pt x="64" y="19"/>
                      <a:pt x="64" y="24"/>
                    </a:cubicBezTo>
                    <a:cubicBezTo>
                      <a:pt x="64" y="29"/>
                      <a:pt x="49" y="18"/>
                      <a:pt x="49" y="18"/>
                    </a:cubicBezTo>
                    <a:cubicBezTo>
                      <a:pt x="49" y="18"/>
                      <a:pt x="66" y="33"/>
                      <a:pt x="64" y="35"/>
                    </a:cubicBezTo>
                    <a:cubicBezTo>
                      <a:pt x="61" y="37"/>
                      <a:pt x="46" y="24"/>
                      <a:pt x="46" y="24"/>
                    </a:cubicBezTo>
                    <a:cubicBezTo>
                      <a:pt x="46" y="24"/>
                      <a:pt x="60" y="36"/>
                      <a:pt x="54" y="48"/>
                    </a:cubicBezTo>
                    <a:cubicBezTo>
                      <a:pt x="51" y="54"/>
                      <a:pt x="49" y="32"/>
                      <a:pt x="43" y="30"/>
                    </a:cubicBezTo>
                    <a:cubicBezTo>
                      <a:pt x="37" y="27"/>
                      <a:pt x="25" y="25"/>
                      <a:pt x="28" y="38"/>
                    </a:cubicBezTo>
                    <a:cubicBezTo>
                      <a:pt x="31" y="51"/>
                      <a:pt x="30" y="51"/>
                      <a:pt x="27" y="49"/>
                    </a:cubicBezTo>
                    <a:cubicBezTo>
                      <a:pt x="25" y="48"/>
                      <a:pt x="18" y="40"/>
                      <a:pt x="18" y="29"/>
                    </a:cubicBezTo>
                    <a:cubicBezTo>
                      <a:pt x="0" y="13"/>
                      <a:pt x="0" y="13"/>
                      <a:pt x="0" y="13"/>
                    </a:cubicBezTo>
                    <a:lnTo>
                      <a:pt x="13"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350;p37"/>
              <p:cNvSpPr/>
              <p:nvPr/>
            </p:nvSpPr>
            <p:spPr>
              <a:xfrm>
                <a:off x="5388120" y="2935800"/>
                <a:ext cx="256320" cy="399240"/>
              </a:xfrm>
              <a:custGeom>
                <a:avLst/>
                <a:gdLst>
                  <a:gd name="textAreaLeft" fmla="*/ 0 w 256320"/>
                  <a:gd name="textAreaRight" fmla="*/ 256680 w 256320"/>
                  <a:gd name="textAreaTop" fmla="*/ 0 h 399240"/>
                  <a:gd name="textAreaBottom" fmla="*/ 399600 h 399240"/>
                </a:gdLst>
                <a:ahLst/>
                <a:cxnLst/>
                <a:rect l="textAreaLeft" t="textAreaTop" r="textAreaRight" b="textAreaBottom"/>
                <a:pathLst>
                  <a:path w="117" h="182">
                    <a:moveTo>
                      <a:pt x="39" y="0"/>
                    </a:moveTo>
                    <a:cubicBezTo>
                      <a:pt x="57" y="102"/>
                      <a:pt x="57" y="102"/>
                      <a:pt x="57" y="102"/>
                    </a:cubicBezTo>
                    <a:cubicBezTo>
                      <a:pt x="117" y="163"/>
                      <a:pt x="117" y="163"/>
                      <a:pt x="117" y="163"/>
                    </a:cubicBezTo>
                    <a:cubicBezTo>
                      <a:pt x="102" y="182"/>
                      <a:pt x="102" y="182"/>
                      <a:pt x="102" y="182"/>
                    </a:cubicBezTo>
                    <a:cubicBezTo>
                      <a:pt x="102" y="182"/>
                      <a:pt x="38" y="146"/>
                      <a:pt x="20" y="115"/>
                    </a:cubicBezTo>
                    <a:cubicBezTo>
                      <a:pt x="2" y="84"/>
                      <a:pt x="0" y="9"/>
                      <a:pt x="0" y="9"/>
                    </a:cubicBezTo>
                    <a:lnTo>
                      <a:pt x="3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351;p37"/>
              <p:cNvSpPr/>
              <p:nvPr/>
            </p:nvSpPr>
            <p:spPr>
              <a:xfrm>
                <a:off x="5334840" y="2660040"/>
                <a:ext cx="160200" cy="192960"/>
              </a:xfrm>
              <a:custGeom>
                <a:avLst/>
                <a:gdLst>
                  <a:gd name="textAreaLeft" fmla="*/ 0 w 160200"/>
                  <a:gd name="textAreaRight" fmla="*/ 160560 w 160200"/>
                  <a:gd name="textAreaTop" fmla="*/ 0 h 192960"/>
                  <a:gd name="textAreaBottom" fmla="*/ 193320 h 192960"/>
                </a:gdLst>
                <a:ahLst/>
                <a:cxnLst/>
                <a:rect l="textAreaLeft" t="textAreaTop" r="textAreaRight" b="textAreaBottom"/>
                <a:pathLst>
                  <a:path w="73" h="88">
                    <a:moveTo>
                      <a:pt x="55" y="0"/>
                    </a:moveTo>
                    <a:cubicBezTo>
                      <a:pt x="55" y="0"/>
                      <a:pt x="57" y="21"/>
                      <a:pt x="73" y="26"/>
                    </a:cubicBezTo>
                    <a:cubicBezTo>
                      <a:pt x="64" y="28"/>
                      <a:pt x="64" y="28"/>
                      <a:pt x="64" y="28"/>
                    </a:cubicBezTo>
                    <a:cubicBezTo>
                      <a:pt x="64" y="28"/>
                      <a:pt x="64" y="52"/>
                      <a:pt x="63" y="57"/>
                    </a:cubicBezTo>
                    <a:cubicBezTo>
                      <a:pt x="63" y="63"/>
                      <a:pt x="47" y="63"/>
                      <a:pt x="45" y="66"/>
                    </a:cubicBezTo>
                    <a:cubicBezTo>
                      <a:pt x="43" y="69"/>
                      <a:pt x="40" y="88"/>
                      <a:pt x="40" y="88"/>
                    </a:cubicBezTo>
                    <a:cubicBezTo>
                      <a:pt x="0" y="88"/>
                      <a:pt x="0" y="88"/>
                      <a:pt x="0" y="88"/>
                    </a:cubicBezTo>
                    <a:cubicBezTo>
                      <a:pt x="4" y="62"/>
                      <a:pt x="4" y="62"/>
                      <a:pt x="4" y="62"/>
                    </a:cubicBezTo>
                    <a:cubicBezTo>
                      <a:pt x="4" y="62"/>
                      <a:pt x="12" y="55"/>
                      <a:pt x="13" y="45"/>
                    </a:cubicBezTo>
                    <a:cubicBezTo>
                      <a:pt x="13" y="45"/>
                      <a:pt x="8" y="44"/>
                      <a:pt x="5" y="40"/>
                    </a:cubicBezTo>
                    <a:cubicBezTo>
                      <a:pt x="3" y="34"/>
                      <a:pt x="2" y="24"/>
                      <a:pt x="10" y="23"/>
                    </a:cubicBezTo>
                    <a:cubicBezTo>
                      <a:pt x="18" y="21"/>
                      <a:pt x="21" y="30"/>
                      <a:pt x="21" y="30"/>
                    </a:cubicBezTo>
                    <a:cubicBezTo>
                      <a:pt x="28" y="1"/>
                      <a:pt x="28" y="1"/>
                      <a:pt x="28" y="1"/>
                    </a:cubicBezTo>
                    <a:lnTo>
                      <a:pt x="55"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9" name="Google Shape;1352;p37"/>
              <p:cNvSpPr/>
              <p:nvPr/>
            </p:nvSpPr>
            <p:spPr>
              <a:xfrm>
                <a:off x="5163840" y="2840040"/>
                <a:ext cx="309240" cy="462600"/>
              </a:xfrm>
              <a:custGeom>
                <a:avLst/>
                <a:gdLst>
                  <a:gd name="textAreaLeft" fmla="*/ 0 w 309240"/>
                  <a:gd name="textAreaRight" fmla="*/ 309600 w 309240"/>
                  <a:gd name="textAreaTop" fmla="*/ 0 h 462600"/>
                  <a:gd name="textAreaBottom" fmla="*/ 462960 h 462600"/>
                </a:gdLst>
                <a:ahLst/>
                <a:cxnLst/>
                <a:rect l="textAreaLeft" t="textAreaTop" r="textAreaRight" b="textAreaBottom"/>
                <a:pathLst>
                  <a:path w="141" h="210">
                    <a:moveTo>
                      <a:pt x="68" y="0"/>
                    </a:moveTo>
                    <a:cubicBezTo>
                      <a:pt x="133" y="0"/>
                      <a:pt x="133" y="0"/>
                      <a:pt x="133" y="0"/>
                    </a:cubicBezTo>
                    <a:cubicBezTo>
                      <a:pt x="129" y="14"/>
                      <a:pt x="129" y="14"/>
                      <a:pt x="129" y="14"/>
                    </a:cubicBezTo>
                    <a:cubicBezTo>
                      <a:pt x="129" y="14"/>
                      <a:pt x="139" y="33"/>
                      <a:pt x="140" y="67"/>
                    </a:cubicBezTo>
                    <a:cubicBezTo>
                      <a:pt x="141" y="100"/>
                      <a:pt x="128" y="136"/>
                      <a:pt x="127" y="156"/>
                    </a:cubicBezTo>
                    <a:cubicBezTo>
                      <a:pt x="127" y="176"/>
                      <a:pt x="127" y="210"/>
                      <a:pt x="113" y="210"/>
                    </a:cubicBezTo>
                    <a:cubicBezTo>
                      <a:pt x="100" y="210"/>
                      <a:pt x="25" y="210"/>
                      <a:pt x="13" y="210"/>
                    </a:cubicBezTo>
                    <a:cubicBezTo>
                      <a:pt x="1" y="210"/>
                      <a:pt x="0" y="169"/>
                      <a:pt x="13" y="127"/>
                    </a:cubicBezTo>
                    <a:cubicBezTo>
                      <a:pt x="26" y="85"/>
                      <a:pt x="65" y="16"/>
                      <a:pt x="65" y="16"/>
                    </a:cubicBezTo>
                    <a:lnTo>
                      <a:pt x="6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0" name="Google Shape;1353;p37"/>
              <p:cNvSpPr/>
              <p:nvPr/>
            </p:nvSpPr>
            <p:spPr>
              <a:xfrm>
                <a:off x="4812840" y="3018240"/>
                <a:ext cx="682560" cy="471600"/>
              </a:xfrm>
              <a:custGeom>
                <a:avLst/>
                <a:gdLst>
                  <a:gd name="textAreaLeft" fmla="*/ 0 w 682560"/>
                  <a:gd name="textAreaRight" fmla="*/ 682920 w 682560"/>
                  <a:gd name="textAreaTop" fmla="*/ 0 h 471600"/>
                  <a:gd name="textAreaBottom" fmla="*/ 471960 h 471600"/>
                </a:gdLst>
                <a:ahLst/>
                <a:cxnLst/>
                <a:rect l="textAreaLeft" t="textAreaTop" r="textAreaRight" b="textAreaBottom"/>
                <a:pathLst>
                  <a:path w="311" h="214">
                    <a:moveTo>
                      <a:pt x="0" y="214"/>
                    </a:moveTo>
                    <a:cubicBezTo>
                      <a:pt x="0" y="163"/>
                      <a:pt x="0" y="163"/>
                      <a:pt x="0" y="163"/>
                    </a:cubicBezTo>
                    <a:cubicBezTo>
                      <a:pt x="0" y="156"/>
                      <a:pt x="0" y="156"/>
                      <a:pt x="0" y="156"/>
                    </a:cubicBezTo>
                    <a:cubicBezTo>
                      <a:pt x="0" y="70"/>
                      <a:pt x="70" y="0"/>
                      <a:pt x="156" y="0"/>
                    </a:cubicBezTo>
                    <a:cubicBezTo>
                      <a:pt x="241" y="0"/>
                      <a:pt x="311" y="70"/>
                      <a:pt x="311" y="156"/>
                    </a:cubicBezTo>
                    <a:cubicBezTo>
                      <a:pt x="311" y="163"/>
                      <a:pt x="311" y="163"/>
                      <a:pt x="311" y="163"/>
                    </a:cubicBezTo>
                    <a:cubicBezTo>
                      <a:pt x="311" y="163"/>
                      <a:pt x="311" y="163"/>
                      <a:pt x="311" y="163"/>
                    </a:cubicBezTo>
                    <a:cubicBezTo>
                      <a:pt x="311" y="214"/>
                      <a:pt x="311" y="214"/>
                      <a:pt x="311" y="214"/>
                    </a:cubicBezTo>
                    <a:lnTo>
                      <a:pt x="0" y="214"/>
                    </a:lnTo>
                    <a:close/>
                    <a:moveTo>
                      <a:pt x="156" y="59"/>
                    </a:moveTo>
                    <a:cubicBezTo>
                      <a:pt x="102" y="59"/>
                      <a:pt x="59" y="102"/>
                      <a:pt x="59" y="156"/>
                    </a:cubicBezTo>
                    <a:cubicBezTo>
                      <a:pt x="59" y="163"/>
                      <a:pt x="59" y="163"/>
                      <a:pt x="59" y="163"/>
                    </a:cubicBezTo>
                    <a:cubicBezTo>
                      <a:pt x="252" y="163"/>
                      <a:pt x="252" y="163"/>
                      <a:pt x="252" y="163"/>
                    </a:cubicBezTo>
                    <a:cubicBezTo>
                      <a:pt x="252" y="156"/>
                      <a:pt x="252" y="156"/>
                      <a:pt x="252" y="156"/>
                    </a:cubicBezTo>
                    <a:cubicBezTo>
                      <a:pt x="252" y="102"/>
                      <a:pt x="209" y="59"/>
                      <a:pt x="156" y="59"/>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1" name="Google Shape;1354;p37"/>
              <p:cNvSpPr/>
              <p:nvPr/>
            </p:nvSpPr>
            <p:spPr>
              <a:xfrm>
                <a:off x="4827600" y="3034800"/>
                <a:ext cx="653040" cy="362520"/>
              </a:xfrm>
              <a:custGeom>
                <a:avLst/>
                <a:gdLst>
                  <a:gd name="textAreaLeft" fmla="*/ 0 w 653040"/>
                  <a:gd name="textAreaRight" fmla="*/ 653400 w 653040"/>
                  <a:gd name="textAreaTop" fmla="*/ 0 h 362520"/>
                  <a:gd name="textAreaBottom" fmla="*/ 362880 h 362520"/>
                </a:gdLst>
                <a:ahLst/>
                <a:cxnLst/>
                <a:rect l="textAreaLeft" t="textAreaTop" r="textAreaRight" b="textAreaBottom"/>
                <a:pathLst>
                  <a:path w="297" h="165">
                    <a:moveTo>
                      <a:pt x="2" y="165"/>
                    </a:moveTo>
                    <a:cubicBezTo>
                      <a:pt x="2" y="149"/>
                      <a:pt x="2" y="149"/>
                      <a:pt x="2" y="149"/>
                    </a:cubicBezTo>
                    <a:cubicBezTo>
                      <a:pt x="2" y="108"/>
                      <a:pt x="18" y="72"/>
                      <a:pt x="45" y="45"/>
                    </a:cubicBezTo>
                    <a:cubicBezTo>
                      <a:pt x="71" y="18"/>
                      <a:pt x="108" y="2"/>
                      <a:pt x="149" y="2"/>
                    </a:cubicBezTo>
                    <a:cubicBezTo>
                      <a:pt x="189" y="2"/>
                      <a:pt x="226" y="18"/>
                      <a:pt x="252" y="45"/>
                    </a:cubicBezTo>
                    <a:cubicBezTo>
                      <a:pt x="279" y="72"/>
                      <a:pt x="295" y="108"/>
                      <a:pt x="295" y="149"/>
                    </a:cubicBezTo>
                    <a:cubicBezTo>
                      <a:pt x="295" y="164"/>
                      <a:pt x="295" y="164"/>
                      <a:pt x="295" y="164"/>
                    </a:cubicBezTo>
                    <a:cubicBezTo>
                      <a:pt x="295" y="165"/>
                      <a:pt x="295" y="165"/>
                      <a:pt x="295" y="165"/>
                    </a:cubicBezTo>
                    <a:cubicBezTo>
                      <a:pt x="297" y="165"/>
                      <a:pt x="297" y="165"/>
                      <a:pt x="297" y="165"/>
                    </a:cubicBezTo>
                    <a:cubicBezTo>
                      <a:pt x="297" y="164"/>
                      <a:pt x="297" y="164"/>
                      <a:pt x="297" y="164"/>
                    </a:cubicBezTo>
                    <a:cubicBezTo>
                      <a:pt x="296" y="164"/>
                      <a:pt x="296" y="164"/>
                      <a:pt x="296" y="164"/>
                    </a:cubicBezTo>
                    <a:cubicBezTo>
                      <a:pt x="297" y="164"/>
                      <a:pt x="297" y="164"/>
                      <a:pt x="297" y="164"/>
                    </a:cubicBezTo>
                    <a:cubicBezTo>
                      <a:pt x="297" y="149"/>
                      <a:pt x="297" y="149"/>
                      <a:pt x="297" y="149"/>
                    </a:cubicBezTo>
                    <a:cubicBezTo>
                      <a:pt x="297" y="67"/>
                      <a:pt x="230" y="0"/>
                      <a:pt x="149" y="0"/>
                    </a:cubicBezTo>
                    <a:cubicBezTo>
                      <a:pt x="67" y="0"/>
                      <a:pt x="0" y="67"/>
                      <a:pt x="0" y="149"/>
                    </a:cubicBezTo>
                    <a:cubicBezTo>
                      <a:pt x="0" y="165"/>
                      <a:pt x="0" y="165"/>
                      <a:pt x="0" y="165"/>
                    </a:cubicBezTo>
                    <a:cubicBezTo>
                      <a:pt x="2" y="165"/>
                      <a:pt x="2" y="165"/>
                      <a:pt x="2" y="165"/>
                    </a:cubicBezTo>
                    <a:close/>
                    <a:moveTo>
                      <a:pt x="254" y="165"/>
                    </a:moveTo>
                    <a:cubicBezTo>
                      <a:pt x="254" y="149"/>
                      <a:pt x="254" y="149"/>
                      <a:pt x="254" y="149"/>
                    </a:cubicBezTo>
                    <a:cubicBezTo>
                      <a:pt x="254" y="90"/>
                      <a:pt x="207" y="43"/>
                      <a:pt x="149" y="43"/>
                    </a:cubicBezTo>
                    <a:cubicBezTo>
                      <a:pt x="90" y="43"/>
                      <a:pt x="43" y="90"/>
                      <a:pt x="43" y="149"/>
                    </a:cubicBezTo>
                    <a:cubicBezTo>
                      <a:pt x="43" y="165"/>
                      <a:pt x="43" y="165"/>
                      <a:pt x="43" y="165"/>
                    </a:cubicBezTo>
                    <a:cubicBezTo>
                      <a:pt x="45" y="165"/>
                      <a:pt x="45" y="165"/>
                      <a:pt x="45" y="165"/>
                    </a:cubicBezTo>
                    <a:cubicBezTo>
                      <a:pt x="45" y="149"/>
                      <a:pt x="45" y="149"/>
                      <a:pt x="45" y="149"/>
                    </a:cubicBezTo>
                    <a:cubicBezTo>
                      <a:pt x="45" y="120"/>
                      <a:pt x="57" y="94"/>
                      <a:pt x="75" y="75"/>
                    </a:cubicBezTo>
                    <a:cubicBezTo>
                      <a:pt x="94" y="57"/>
                      <a:pt x="120" y="45"/>
                      <a:pt x="149" y="45"/>
                    </a:cubicBezTo>
                    <a:cubicBezTo>
                      <a:pt x="177" y="45"/>
                      <a:pt x="203" y="57"/>
                      <a:pt x="222" y="75"/>
                    </a:cubicBezTo>
                    <a:cubicBezTo>
                      <a:pt x="240" y="94"/>
                      <a:pt x="252" y="120"/>
                      <a:pt x="252" y="149"/>
                    </a:cubicBezTo>
                    <a:cubicBezTo>
                      <a:pt x="252" y="165"/>
                      <a:pt x="252" y="165"/>
                      <a:pt x="252" y="165"/>
                    </a:cubicBezTo>
                    <a:cubicBezTo>
                      <a:pt x="254" y="165"/>
                      <a:pt x="254" y="165"/>
                      <a:pt x="254" y="16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355;p37"/>
              <p:cNvSpPr/>
              <p:nvPr/>
            </p:nvSpPr>
            <p:spPr>
              <a:xfrm>
                <a:off x="484992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356;p37"/>
              <p:cNvSpPr/>
              <p:nvPr/>
            </p:nvSpPr>
            <p:spPr>
              <a:xfrm>
                <a:off x="484992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357;p37"/>
              <p:cNvSpPr/>
              <p:nvPr/>
            </p:nvSpPr>
            <p:spPr>
              <a:xfrm>
                <a:off x="4870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1358;p37"/>
              <p:cNvSpPr/>
              <p:nvPr/>
            </p:nvSpPr>
            <p:spPr>
              <a:xfrm>
                <a:off x="4870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Google Shape;1359;p37"/>
              <p:cNvSpPr/>
              <p:nvPr/>
            </p:nvSpPr>
            <p:spPr>
              <a:xfrm>
                <a:off x="48895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7" name="Google Shape;1360;p37"/>
              <p:cNvSpPr/>
              <p:nvPr/>
            </p:nvSpPr>
            <p:spPr>
              <a:xfrm>
                <a:off x="48895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8" name="Google Shape;1361;p37"/>
              <p:cNvSpPr/>
              <p:nvPr/>
            </p:nvSpPr>
            <p:spPr>
              <a:xfrm>
                <a:off x="491184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9" name="Google Shape;1362;p37"/>
              <p:cNvSpPr/>
              <p:nvPr/>
            </p:nvSpPr>
            <p:spPr>
              <a:xfrm>
                <a:off x="491184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0" name="Google Shape;1363;p37"/>
              <p:cNvSpPr/>
              <p:nvPr/>
            </p:nvSpPr>
            <p:spPr>
              <a:xfrm>
                <a:off x="49309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1" name="Google Shape;1364;p37"/>
              <p:cNvSpPr/>
              <p:nvPr/>
            </p:nvSpPr>
            <p:spPr>
              <a:xfrm>
                <a:off x="49309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2" name="Google Shape;1365;p37"/>
              <p:cNvSpPr/>
              <p:nvPr/>
            </p:nvSpPr>
            <p:spPr>
              <a:xfrm>
                <a:off x="4951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3" name="Google Shape;1366;p37"/>
              <p:cNvSpPr/>
              <p:nvPr/>
            </p:nvSpPr>
            <p:spPr>
              <a:xfrm>
                <a:off x="4951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4" name="Google Shape;1367;p37"/>
              <p:cNvSpPr/>
              <p:nvPr/>
            </p:nvSpPr>
            <p:spPr>
              <a:xfrm>
                <a:off x="497052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5" name="Google Shape;1368;p37"/>
              <p:cNvSpPr/>
              <p:nvPr/>
            </p:nvSpPr>
            <p:spPr>
              <a:xfrm>
                <a:off x="497052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6" name="Google Shape;1369;p37"/>
              <p:cNvSpPr/>
              <p:nvPr/>
            </p:nvSpPr>
            <p:spPr>
              <a:xfrm>
                <a:off x="4991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7" name="Google Shape;1370;p37"/>
              <p:cNvSpPr/>
              <p:nvPr/>
            </p:nvSpPr>
            <p:spPr>
              <a:xfrm>
                <a:off x="4991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8" name="Google Shape;1371;p37"/>
              <p:cNvSpPr/>
              <p:nvPr/>
            </p:nvSpPr>
            <p:spPr>
              <a:xfrm>
                <a:off x="50104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9" name="Google Shape;1372;p37"/>
              <p:cNvSpPr/>
              <p:nvPr/>
            </p:nvSpPr>
            <p:spPr>
              <a:xfrm>
                <a:off x="50104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0" name="Google Shape;1373;p37"/>
              <p:cNvSpPr/>
              <p:nvPr/>
            </p:nvSpPr>
            <p:spPr>
              <a:xfrm>
                <a:off x="503244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1" name="Google Shape;1374;p37"/>
              <p:cNvSpPr/>
              <p:nvPr/>
            </p:nvSpPr>
            <p:spPr>
              <a:xfrm>
                <a:off x="503244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2" name="Google Shape;1375;p37"/>
              <p:cNvSpPr/>
              <p:nvPr/>
            </p:nvSpPr>
            <p:spPr>
              <a:xfrm>
                <a:off x="50518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3" name="Google Shape;1376;p37"/>
              <p:cNvSpPr/>
              <p:nvPr/>
            </p:nvSpPr>
            <p:spPr>
              <a:xfrm>
                <a:off x="50518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4" name="Google Shape;1377;p37"/>
              <p:cNvSpPr/>
              <p:nvPr/>
            </p:nvSpPr>
            <p:spPr>
              <a:xfrm>
                <a:off x="5072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5" name="Google Shape;1378;p37"/>
              <p:cNvSpPr/>
              <p:nvPr/>
            </p:nvSpPr>
            <p:spPr>
              <a:xfrm>
                <a:off x="5072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6" name="Google Shape;1379;p37"/>
              <p:cNvSpPr/>
              <p:nvPr/>
            </p:nvSpPr>
            <p:spPr>
              <a:xfrm>
                <a:off x="509148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7" name="Google Shape;1380;p37"/>
              <p:cNvSpPr/>
              <p:nvPr/>
            </p:nvSpPr>
            <p:spPr>
              <a:xfrm>
                <a:off x="509148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1381;p37"/>
              <p:cNvSpPr/>
              <p:nvPr/>
            </p:nvSpPr>
            <p:spPr>
              <a:xfrm>
                <a:off x="5112360" y="3454920"/>
                <a:ext cx="25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9" name="Google Shape;1382;p37"/>
              <p:cNvSpPr/>
              <p:nvPr/>
            </p:nvSpPr>
            <p:spPr>
              <a:xfrm>
                <a:off x="5112360" y="3454920"/>
                <a:ext cx="2520" cy="34920"/>
              </a:xfrm>
              <a:custGeom>
                <a:avLst/>
                <a:gdLst>
                  <a:gd name="textAreaLeft" fmla="*/ 0 w 2520"/>
                  <a:gd name="textAreaRight" fmla="*/ 2880 w 2520"/>
                  <a:gd name="textAreaTop" fmla="*/ 0 h 34920"/>
                  <a:gd name="textAreaBottom" fmla="*/ 35280 h 34920"/>
                </a:gdLst>
                <a:ahLst/>
                <a:cxnLst/>
                <a:rect l="textAreaLeft" t="textAreaTop" r="textAreaRight" b="textAreaBottom"/>
                <a:pathLst>
                  <a:path w="2" h="24">
                    <a:moveTo>
                      <a:pt x="0" y="0"/>
                    </a:moveTo>
                    <a:lnTo>
                      <a:pt x="0" y="24"/>
                    </a:lnTo>
                    <a:lnTo>
                      <a:pt x="2" y="24"/>
                    </a:lnTo>
                    <a:lnTo>
                      <a:pt x="2"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0" name="Google Shape;1383;p37"/>
              <p:cNvSpPr/>
              <p:nvPr/>
            </p:nvSpPr>
            <p:spPr>
              <a:xfrm>
                <a:off x="5131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1384;p37"/>
              <p:cNvSpPr/>
              <p:nvPr/>
            </p:nvSpPr>
            <p:spPr>
              <a:xfrm>
                <a:off x="5131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2" name="Google Shape;1385;p37"/>
              <p:cNvSpPr/>
              <p:nvPr/>
            </p:nvSpPr>
            <p:spPr>
              <a:xfrm>
                <a:off x="515340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3" name="Google Shape;1386;p37"/>
              <p:cNvSpPr/>
              <p:nvPr/>
            </p:nvSpPr>
            <p:spPr>
              <a:xfrm>
                <a:off x="515340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387;p37"/>
              <p:cNvSpPr/>
              <p:nvPr/>
            </p:nvSpPr>
            <p:spPr>
              <a:xfrm>
                <a:off x="51728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388;p37"/>
              <p:cNvSpPr/>
              <p:nvPr/>
            </p:nvSpPr>
            <p:spPr>
              <a:xfrm>
                <a:off x="51728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389;p37"/>
              <p:cNvSpPr/>
              <p:nvPr/>
            </p:nvSpPr>
            <p:spPr>
              <a:xfrm>
                <a:off x="519336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390;p37"/>
              <p:cNvSpPr/>
              <p:nvPr/>
            </p:nvSpPr>
            <p:spPr>
              <a:xfrm>
                <a:off x="519336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1391;p37"/>
              <p:cNvSpPr/>
              <p:nvPr/>
            </p:nvSpPr>
            <p:spPr>
              <a:xfrm>
                <a:off x="521244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9" name="Google Shape;1392;p37"/>
              <p:cNvSpPr/>
              <p:nvPr/>
            </p:nvSpPr>
            <p:spPr>
              <a:xfrm>
                <a:off x="521244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0" name="Google Shape;1393;p37"/>
              <p:cNvSpPr/>
              <p:nvPr/>
            </p:nvSpPr>
            <p:spPr>
              <a:xfrm>
                <a:off x="52315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394;p37"/>
              <p:cNvSpPr/>
              <p:nvPr/>
            </p:nvSpPr>
            <p:spPr>
              <a:xfrm>
                <a:off x="52315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1395;p37"/>
              <p:cNvSpPr/>
              <p:nvPr/>
            </p:nvSpPr>
            <p:spPr>
              <a:xfrm>
                <a:off x="5252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3" name="Google Shape;1396;p37"/>
              <p:cNvSpPr/>
              <p:nvPr/>
            </p:nvSpPr>
            <p:spPr>
              <a:xfrm>
                <a:off x="5252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4" name="Google Shape;1397;p37"/>
              <p:cNvSpPr/>
              <p:nvPr/>
            </p:nvSpPr>
            <p:spPr>
              <a:xfrm>
                <a:off x="527436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5" name="Google Shape;1398;p37"/>
              <p:cNvSpPr/>
              <p:nvPr/>
            </p:nvSpPr>
            <p:spPr>
              <a:xfrm>
                <a:off x="527436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6" name="Google Shape;1399;p37"/>
              <p:cNvSpPr/>
              <p:nvPr/>
            </p:nvSpPr>
            <p:spPr>
              <a:xfrm>
                <a:off x="5293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1400;p37"/>
              <p:cNvSpPr/>
              <p:nvPr/>
            </p:nvSpPr>
            <p:spPr>
              <a:xfrm>
                <a:off x="5293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1401;p37"/>
              <p:cNvSpPr/>
              <p:nvPr/>
            </p:nvSpPr>
            <p:spPr>
              <a:xfrm>
                <a:off x="53143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1402;p37"/>
              <p:cNvSpPr/>
              <p:nvPr/>
            </p:nvSpPr>
            <p:spPr>
              <a:xfrm>
                <a:off x="53143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0" name="Google Shape;1403;p37"/>
              <p:cNvSpPr/>
              <p:nvPr/>
            </p:nvSpPr>
            <p:spPr>
              <a:xfrm>
                <a:off x="533340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1404;p37"/>
              <p:cNvSpPr/>
              <p:nvPr/>
            </p:nvSpPr>
            <p:spPr>
              <a:xfrm>
                <a:off x="533340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1405;p37"/>
              <p:cNvSpPr/>
              <p:nvPr/>
            </p:nvSpPr>
            <p:spPr>
              <a:xfrm>
                <a:off x="53524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1406;p37"/>
              <p:cNvSpPr/>
              <p:nvPr/>
            </p:nvSpPr>
            <p:spPr>
              <a:xfrm>
                <a:off x="53524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1407;p37"/>
              <p:cNvSpPr/>
              <p:nvPr/>
            </p:nvSpPr>
            <p:spPr>
              <a:xfrm>
                <a:off x="537336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1408;p37"/>
              <p:cNvSpPr/>
              <p:nvPr/>
            </p:nvSpPr>
            <p:spPr>
              <a:xfrm>
                <a:off x="537336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1409;p37"/>
              <p:cNvSpPr/>
              <p:nvPr/>
            </p:nvSpPr>
            <p:spPr>
              <a:xfrm>
                <a:off x="539532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7" name="Google Shape;1410;p37"/>
              <p:cNvSpPr/>
              <p:nvPr/>
            </p:nvSpPr>
            <p:spPr>
              <a:xfrm>
                <a:off x="539532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8" name="Google Shape;1411;p37"/>
              <p:cNvSpPr/>
              <p:nvPr/>
            </p:nvSpPr>
            <p:spPr>
              <a:xfrm>
                <a:off x="5414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1412;p37"/>
              <p:cNvSpPr/>
              <p:nvPr/>
            </p:nvSpPr>
            <p:spPr>
              <a:xfrm>
                <a:off x="5414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1413;p37"/>
              <p:cNvSpPr/>
              <p:nvPr/>
            </p:nvSpPr>
            <p:spPr>
              <a:xfrm>
                <a:off x="54338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1414;p37"/>
              <p:cNvSpPr/>
              <p:nvPr/>
            </p:nvSpPr>
            <p:spPr>
              <a:xfrm>
                <a:off x="54338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1415;p37"/>
              <p:cNvSpPr/>
              <p:nvPr/>
            </p:nvSpPr>
            <p:spPr>
              <a:xfrm>
                <a:off x="545436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3" name="Google Shape;1416;p37"/>
              <p:cNvSpPr/>
              <p:nvPr/>
            </p:nvSpPr>
            <p:spPr>
              <a:xfrm>
                <a:off x="545436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4" name="Google Shape;1417;p37"/>
              <p:cNvSpPr/>
              <p:nvPr/>
            </p:nvSpPr>
            <p:spPr>
              <a:xfrm>
                <a:off x="4812840" y="3395880"/>
                <a:ext cx="682560" cy="4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2160" bIns="21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1418;p37"/>
              <p:cNvSpPr/>
              <p:nvPr/>
            </p:nvSpPr>
            <p:spPr>
              <a:xfrm>
                <a:off x="4812840" y="3395880"/>
                <a:ext cx="682560" cy="3960"/>
              </a:xfrm>
              <a:custGeom>
                <a:avLst/>
                <a:gdLst>
                  <a:gd name="textAreaLeft" fmla="*/ 0 w 682560"/>
                  <a:gd name="textAreaRight" fmla="*/ 682920 w 682560"/>
                  <a:gd name="textAreaTop" fmla="*/ 0 h 3960"/>
                  <a:gd name="textAreaBottom" fmla="*/ 4320 h 3960"/>
                </a:gdLst>
                <a:ahLst/>
                <a:cxnLst/>
                <a:rect l="textAreaLeft" t="textAreaTop" r="textAreaRight" b="textAreaBottom"/>
                <a:pathLst>
                  <a:path w="463" h="3">
                    <a:moveTo>
                      <a:pt x="0" y="3"/>
                    </a:moveTo>
                    <a:lnTo>
                      <a:pt x="463" y="3"/>
                    </a:lnTo>
                    <a:lnTo>
                      <a:pt x="463" y="0"/>
                    </a:lnTo>
                    <a:lnTo>
                      <a:pt x="0" y="0"/>
                    </a:lnTo>
                  </a:path>
                </a:pathLst>
              </a:custGeom>
              <a:noFill/>
              <a:ln w="0">
                <a:noFill/>
              </a:ln>
            </p:spPr>
            <p:style>
              <a:lnRef idx="0">
                <a:scrgbClr r="0" g="0" b="0"/>
              </a:lnRef>
              <a:fillRef idx="0">
                <a:scrgbClr r="0" g="0" b="0"/>
              </a:fillRef>
              <a:effectRef idx="0">
                <a:scrgbClr r="0" g="0" b="0"/>
              </a:effectRef>
              <a:fontRef idx="minor"/>
            </p:style>
            <p:txBody>
              <a:bodyPr tIns="2160" bIns="21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1419;p37"/>
              <p:cNvSpPr/>
              <p:nvPr/>
            </p:nvSpPr>
            <p:spPr>
              <a:xfrm>
                <a:off x="5100480" y="3382560"/>
                <a:ext cx="93960" cy="133920"/>
              </a:xfrm>
              <a:custGeom>
                <a:avLst/>
                <a:gdLst>
                  <a:gd name="textAreaLeft" fmla="*/ 0 w 93960"/>
                  <a:gd name="textAreaRight" fmla="*/ 94320 w 93960"/>
                  <a:gd name="textAreaTop" fmla="*/ 0 h 133920"/>
                  <a:gd name="textAreaBottom" fmla="*/ 134280 h 133920"/>
                </a:gdLst>
                <a:ahLst/>
                <a:cxnLst/>
                <a:rect l="textAreaLeft" t="textAreaTop" r="textAreaRight" b="textAreaBottom"/>
                <a:pathLst>
                  <a:path w="43" h="61">
                    <a:moveTo>
                      <a:pt x="11" y="0"/>
                    </a:moveTo>
                    <a:cubicBezTo>
                      <a:pt x="34" y="0"/>
                      <a:pt x="34" y="0"/>
                      <a:pt x="34" y="0"/>
                    </a:cubicBezTo>
                    <a:cubicBezTo>
                      <a:pt x="34" y="8"/>
                      <a:pt x="34" y="8"/>
                      <a:pt x="34" y="8"/>
                    </a:cubicBezTo>
                    <a:cubicBezTo>
                      <a:pt x="34" y="8"/>
                      <a:pt x="43" y="29"/>
                      <a:pt x="40" y="43"/>
                    </a:cubicBezTo>
                    <a:cubicBezTo>
                      <a:pt x="37" y="56"/>
                      <a:pt x="31" y="58"/>
                      <a:pt x="30" y="58"/>
                    </a:cubicBezTo>
                    <a:cubicBezTo>
                      <a:pt x="29" y="58"/>
                      <a:pt x="34" y="46"/>
                      <a:pt x="34" y="46"/>
                    </a:cubicBezTo>
                    <a:cubicBezTo>
                      <a:pt x="34" y="46"/>
                      <a:pt x="23" y="61"/>
                      <a:pt x="21" y="61"/>
                    </a:cubicBezTo>
                    <a:cubicBezTo>
                      <a:pt x="19" y="60"/>
                      <a:pt x="26" y="47"/>
                      <a:pt x="26" y="47"/>
                    </a:cubicBezTo>
                    <a:cubicBezTo>
                      <a:pt x="26" y="47"/>
                      <a:pt x="13" y="61"/>
                      <a:pt x="11" y="61"/>
                    </a:cubicBezTo>
                    <a:cubicBezTo>
                      <a:pt x="9" y="61"/>
                      <a:pt x="17" y="47"/>
                      <a:pt x="17" y="47"/>
                    </a:cubicBezTo>
                    <a:cubicBezTo>
                      <a:pt x="17" y="47"/>
                      <a:pt x="3" y="53"/>
                      <a:pt x="1" y="51"/>
                    </a:cubicBezTo>
                    <a:cubicBezTo>
                      <a:pt x="0" y="50"/>
                      <a:pt x="9" y="44"/>
                      <a:pt x="9" y="44"/>
                    </a:cubicBezTo>
                    <a:cubicBezTo>
                      <a:pt x="9" y="44"/>
                      <a:pt x="0" y="22"/>
                      <a:pt x="11" y="8"/>
                    </a:cubicBezTo>
                    <a:lnTo>
                      <a:pt x="11"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7" name="Google Shape;1420;p37"/>
              <p:cNvSpPr/>
              <p:nvPr/>
            </p:nvSpPr>
            <p:spPr>
              <a:xfrm>
                <a:off x="5094360" y="2840040"/>
                <a:ext cx="326880" cy="555480"/>
              </a:xfrm>
              <a:custGeom>
                <a:avLst/>
                <a:gdLst>
                  <a:gd name="textAreaLeft" fmla="*/ 0 w 326880"/>
                  <a:gd name="textAreaRight" fmla="*/ 327240 w 326880"/>
                  <a:gd name="textAreaTop" fmla="*/ 0 h 555480"/>
                  <a:gd name="textAreaBottom" fmla="*/ 555840 h 555480"/>
                </a:gdLst>
                <a:ahLst/>
                <a:cxnLst/>
                <a:rect l="textAreaLeft" t="textAreaTop" r="textAreaRight" b="textAreaBottom"/>
                <a:pathLst>
                  <a:path w="149" h="252">
                    <a:moveTo>
                      <a:pt x="117" y="18"/>
                    </a:moveTo>
                    <a:cubicBezTo>
                      <a:pt x="149" y="44"/>
                      <a:pt x="50" y="144"/>
                      <a:pt x="50" y="144"/>
                    </a:cubicBezTo>
                    <a:cubicBezTo>
                      <a:pt x="41" y="252"/>
                      <a:pt x="41" y="252"/>
                      <a:pt x="41" y="252"/>
                    </a:cubicBezTo>
                    <a:cubicBezTo>
                      <a:pt x="9" y="252"/>
                      <a:pt x="9" y="252"/>
                      <a:pt x="9" y="252"/>
                    </a:cubicBezTo>
                    <a:cubicBezTo>
                      <a:pt x="9" y="252"/>
                      <a:pt x="0" y="189"/>
                      <a:pt x="5" y="148"/>
                    </a:cubicBezTo>
                    <a:cubicBezTo>
                      <a:pt x="10" y="107"/>
                      <a:pt x="95" y="0"/>
                      <a:pt x="117" y="1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8" name="Google Shape;1421;p37"/>
              <p:cNvSpPr/>
              <p:nvPr/>
            </p:nvSpPr>
            <p:spPr>
              <a:xfrm>
                <a:off x="5287680" y="2596680"/>
                <a:ext cx="244440" cy="77760"/>
              </a:xfrm>
              <a:custGeom>
                <a:avLst/>
                <a:gdLst>
                  <a:gd name="textAreaLeft" fmla="*/ 0 w 244440"/>
                  <a:gd name="textAreaRight" fmla="*/ 244800 w 244440"/>
                  <a:gd name="textAreaTop" fmla="*/ 0 h 77760"/>
                  <a:gd name="textAreaBottom" fmla="*/ 78120 h 77760"/>
                </a:gdLst>
                <a:ahLst/>
                <a:cxnLst/>
                <a:rect l="textAreaLeft" t="textAreaTop" r="textAreaRight" b="textAreaBottom"/>
                <a:pathLst>
                  <a:path w="112" h="36">
                    <a:moveTo>
                      <a:pt x="7" y="36"/>
                    </a:moveTo>
                    <a:cubicBezTo>
                      <a:pt x="111" y="36"/>
                      <a:pt x="111" y="36"/>
                      <a:pt x="111" y="36"/>
                    </a:cubicBezTo>
                    <a:cubicBezTo>
                      <a:pt x="112" y="36"/>
                      <a:pt x="112" y="35"/>
                      <a:pt x="111" y="34"/>
                    </a:cubicBezTo>
                    <a:cubicBezTo>
                      <a:pt x="106" y="32"/>
                      <a:pt x="98" y="30"/>
                      <a:pt x="88" y="29"/>
                    </a:cubicBezTo>
                    <a:cubicBezTo>
                      <a:pt x="85" y="28"/>
                      <a:pt x="82" y="26"/>
                      <a:pt x="82" y="23"/>
                    </a:cubicBezTo>
                    <a:cubicBezTo>
                      <a:pt x="80" y="16"/>
                      <a:pt x="76" y="3"/>
                      <a:pt x="62" y="2"/>
                    </a:cubicBezTo>
                    <a:cubicBezTo>
                      <a:pt x="42" y="0"/>
                      <a:pt x="10" y="7"/>
                      <a:pt x="3" y="19"/>
                    </a:cubicBezTo>
                    <a:cubicBezTo>
                      <a:pt x="0" y="26"/>
                      <a:pt x="7" y="36"/>
                      <a:pt x="7" y="3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880" bIns="388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9" name="Google Shape;1422;p37"/>
            <p:cNvGrpSpPr/>
            <p:nvPr/>
          </p:nvGrpSpPr>
          <p:grpSpPr>
            <a:xfrm>
              <a:off x="6360120" y="957600"/>
              <a:ext cx="326880" cy="328320"/>
              <a:chOff x="6360120" y="957600"/>
              <a:chExt cx="326880" cy="328320"/>
            </a:xfrm>
          </p:grpSpPr>
          <p:sp>
            <p:nvSpPr>
              <p:cNvPr id="1320" name="Google Shape;1423;p37"/>
              <p:cNvSpPr/>
              <p:nvPr/>
            </p:nvSpPr>
            <p:spPr>
              <a:xfrm>
                <a:off x="6501240" y="1116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1" name="Google Shape;1424;p37"/>
              <p:cNvSpPr/>
              <p:nvPr/>
            </p:nvSpPr>
            <p:spPr>
              <a:xfrm>
                <a:off x="6570360" y="1116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2" name="Google Shape;1425;p37"/>
              <p:cNvSpPr/>
              <p:nvPr/>
            </p:nvSpPr>
            <p:spPr>
              <a:xfrm>
                <a:off x="6639120" y="111672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1426;p37"/>
              <p:cNvSpPr/>
              <p:nvPr/>
            </p:nvSpPr>
            <p:spPr>
              <a:xfrm>
                <a:off x="6431040" y="111672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1427;p37"/>
              <p:cNvSpPr/>
              <p:nvPr/>
            </p:nvSpPr>
            <p:spPr>
              <a:xfrm>
                <a:off x="6360120" y="1116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5" name="Google Shape;1428;p37"/>
              <p:cNvSpPr/>
              <p:nvPr/>
            </p:nvSpPr>
            <p:spPr>
              <a:xfrm>
                <a:off x="6518520" y="109908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6" name="Google Shape;1429;p37"/>
              <p:cNvSpPr/>
              <p:nvPr/>
            </p:nvSpPr>
            <p:spPr>
              <a:xfrm>
                <a:off x="6518520" y="116856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1430;p37"/>
              <p:cNvSpPr/>
              <p:nvPr/>
            </p:nvSpPr>
            <p:spPr>
              <a:xfrm>
                <a:off x="6518520" y="1236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1431;p37"/>
              <p:cNvSpPr/>
              <p:nvPr/>
            </p:nvSpPr>
            <p:spPr>
              <a:xfrm>
                <a:off x="6518520" y="10278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9" name="Google Shape;1432;p37"/>
              <p:cNvSpPr/>
              <p:nvPr/>
            </p:nvSpPr>
            <p:spPr>
              <a:xfrm>
                <a:off x="6518520" y="957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330" name="Google Shape;1433;p37"/>
          <p:cNvGrpSpPr/>
          <p:nvPr/>
        </p:nvGrpSpPr>
        <p:grpSpPr>
          <a:xfrm>
            <a:off x="1208880" y="3960000"/>
            <a:ext cx="326520" cy="328320"/>
            <a:chOff x="1208880" y="3960000"/>
            <a:chExt cx="326520" cy="328320"/>
          </a:xfrm>
        </p:grpSpPr>
        <p:sp>
          <p:nvSpPr>
            <p:cNvPr id="1331" name="Google Shape;1434;p37"/>
            <p:cNvSpPr/>
            <p:nvPr/>
          </p:nvSpPr>
          <p:spPr>
            <a:xfrm>
              <a:off x="1350000" y="4119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1435;p37"/>
            <p:cNvSpPr/>
            <p:nvPr/>
          </p:nvSpPr>
          <p:spPr>
            <a:xfrm>
              <a:off x="1418760" y="41191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3" name="Google Shape;1436;p37"/>
            <p:cNvSpPr/>
            <p:nvPr/>
          </p:nvSpPr>
          <p:spPr>
            <a:xfrm>
              <a:off x="1487520" y="411912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4" name="Google Shape;1437;p37"/>
            <p:cNvSpPr/>
            <p:nvPr/>
          </p:nvSpPr>
          <p:spPr>
            <a:xfrm>
              <a:off x="1279440" y="411912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5" name="Google Shape;1438;p37"/>
            <p:cNvSpPr/>
            <p:nvPr/>
          </p:nvSpPr>
          <p:spPr>
            <a:xfrm>
              <a:off x="1208880" y="4119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1439;p37"/>
            <p:cNvSpPr/>
            <p:nvPr/>
          </p:nvSpPr>
          <p:spPr>
            <a:xfrm>
              <a:off x="1367280" y="410184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1440;p37"/>
            <p:cNvSpPr/>
            <p:nvPr/>
          </p:nvSpPr>
          <p:spPr>
            <a:xfrm>
              <a:off x="1367280" y="417096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1441;p37"/>
            <p:cNvSpPr/>
            <p:nvPr/>
          </p:nvSpPr>
          <p:spPr>
            <a:xfrm>
              <a:off x="1367280" y="4239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1442;p37"/>
            <p:cNvSpPr/>
            <p:nvPr/>
          </p:nvSpPr>
          <p:spPr>
            <a:xfrm>
              <a:off x="1367280" y="40305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443;p37"/>
            <p:cNvSpPr/>
            <p:nvPr/>
          </p:nvSpPr>
          <p:spPr>
            <a:xfrm>
              <a:off x="1367280" y="3960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 name="Google Shape;2004;p51"/>
          <p:cNvPicPr/>
          <p:nvPr/>
        </p:nvPicPr>
        <p:blipFill>
          <a:blip r:embed="rId2"/>
          <a:srcRect l="18780" r="10135"/>
          <a:stretch/>
        </p:blipFill>
        <p:spPr>
          <a:xfrm>
            <a:off x="4784040" y="1071360"/>
            <a:ext cx="3337200" cy="3128760"/>
          </a:xfrm>
          <a:prstGeom prst="rect">
            <a:avLst/>
          </a:prstGeom>
          <a:noFill/>
          <a:ln w="0">
            <a:noFill/>
          </a:ln>
        </p:spPr>
      </p:pic>
      <p:sp>
        <p:nvSpPr>
          <p:cNvPr id="1342" name="PlaceHolder 1"/>
          <p:cNvSpPr>
            <a:spLocks noGrp="1"/>
          </p:cNvSpPr>
          <p:nvPr>
            <p:ph type="title"/>
          </p:nvPr>
        </p:nvSpPr>
        <p:spPr>
          <a:xfrm>
            <a:off x="1009800" y="1476360"/>
            <a:ext cx="3657240" cy="1456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Plus Jakarta Sans ExtraBold"/>
                <a:ea typeface="Plus Jakarta Sans ExtraBold"/>
              </a:rPr>
              <a:t>Introduction</a:t>
            </a:r>
            <a:endParaRPr lang="fr-FR" sz="3200" b="0" u="none" strike="noStrike">
              <a:solidFill>
                <a:schemeClr val="dk1"/>
              </a:solidFill>
              <a:effectLst/>
              <a:uFillTx/>
              <a:latin typeface="Arial"/>
            </a:endParaRPr>
          </a:p>
        </p:txBody>
      </p:sp>
      <p:sp>
        <p:nvSpPr>
          <p:cNvPr id="1343" name="PlaceHolder 2"/>
          <p:cNvSpPr>
            <a:spLocks noGrp="1"/>
          </p:cNvSpPr>
          <p:nvPr>
            <p:ph type="subTitle"/>
          </p:nvPr>
        </p:nvSpPr>
        <p:spPr>
          <a:xfrm>
            <a:off x="1009800" y="2990880"/>
            <a:ext cx="3657240" cy="1114200"/>
          </a:xfrm>
          <a:prstGeom prst="rect">
            <a:avLst/>
          </a:prstGeom>
          <a:noFill/>
          <a:ln w="0">
            <a:noFill/>
          </a:ln>
        </p:spPr>
        <p:txBody>
          <a:bodyPr lIns="91440" tIns="91440" rIns="91440" bIns="91440" anchor="t">
            <a:normAutofit fontScale="85000" lnSpcReduction="19999"/>
          </a:bodyPr>
          <a:lstStyle/>
          <a:p>
            <a:pPr indent="0">
              <a:lnSpc>
                <a:spcPct val="150000"/>
              </a:lnSpc>
              <a:buNone/>
              <a:tabLst>
                <a:tab pos="0" algn="l"/>
              </a:tabLst>
            </a:pPr>
            <a:r>
              <a:rPr lang="en-US" sz="1200" b="0" u="none" strike="noStrike">
                <a:solidFill>
                  <a:schemeClr val="dk1"/>
                </a:solidFill>
                <a:effectLst/>
                <a:uFillTx/>
                <a:latin typeface="DM Sans"/>
                <a:ea typeface="DM Sans"/>
              </a:rPr>
              <a:t>At some point, many of us feel </a:t>
            </a:r>
            <a:r>
              <a:rPr lang="en-US" sz="1200" b="0" i="1" u="none" strike="noStrike">
                <a:solidFill>
                  <a:schemeClr val="dk1"/>
                </a:solidFill>
                <a:effectLst/>
                <a:uFillTx/>
                <a:latin typeface="DM Sans"/>
                <a:ea typeface="DM Sans"/>
              </a:rPr>
              <a:t>behind</a:t>
            </a:r>
            <a:r>
              <a:rPr lang="en-US" sz="1200" b="0" u="none" strike="noStrike">
                <a:solidFill>
                  <a:schemeClr val="dk1"/>
                </a:solidFill>
                <a:effectLst/>
                <a:uFillTx/>
                <a:latin typeface="DM Sans"/>
                <a:ea typeface="DM Sans"/>
              </a:rPr>
              <a:t> in life—not because someone told us, but because of timelines we set for ourselves. When reality doesn’t meet those expectations, we feel late. This presentation will help you understand why you are exactly where you need to be, inspiring you to embrace your unique journey with confidence.</a:t>
            </a:r>
            <a:endParaRPr lang="en-US" sz="1200" b="0" u="none" strike="noStrike">
              <a:solidFill>
                <a:srgbClr val="000000"/>
              </a:solidFill>
              <a:effectLst/>
              <a:uFillTx/>
              <a:latin typeface="OpenSymbol"/>
            </a:endParaRPr>
          </a:p>
        </p:txBody>
      </p:sp>
      <p:grpSp>
        <p:nvGrpSpPr>
          <p:cNvPr id="1344" name="Google Shape;2007;p51"/>
          <p:cNvGrpSpPr/>
          <p:nvPr/>
        </p:nvGrpSpPr>
        <p:grpSpPr>
          <a:xfrm>
            <a:off x="954360" y="947880"/>
            <a:ext cx="187920" cy="188640"/>
            <a:chOff x="954360" y="947880"/>
            <a:chExt cx="187920" cy="188640"/>
          </a:xfrm>
        </p:grpSpPr>
        <p:sp>
          <p:nvSpPr>
            <p:cNvPr id="1345" name="Google Shape;2008;p51"/>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6" name="Google Shape;2009;p51"/>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7" name="Google Shape;2010;p51"/>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2011;p51"/>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9" name="Google Shape;2012;p51"/>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0" name="Google Shape;2013;p51"/>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 name="Rectangle 1350"/>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352" name="Rectangle 1351"/>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Plus Jakarta Sans ExtraBold"/>
              </a:rPr>
              <a:t>Rethinking Success</a:t>
            </a:r>
            <a:endParaRPr lang="en-US" sz="4000" b="0" u="none" strike="noStrike">
              <a:solidFill>
                <a:srgbClr val="000000"/>
              </a:solidFill>
              <a:effectLst/>
              <a:uFillTx/>
              <a:latin typeface="OpenSymbol"/>
            </a:endParaRPr>
          </a:p>
        </p:txBody>
      </p:sp>
      <p:pic>
        <p:nvPicPr>
          <p:cNvPr id="1353" name="image69a880000ed1b" descr="image69a880000ed1f"/>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 name="Rectangle 135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Plus Jakarta Sans ExtraBold"/>
              </a:rPr>
              <a:t>The Comparison Trap in the Digital Age</a:t>
            </a:r>
            <a:endParaRPr lang="en-US" sz="3200" b="0" u="none" strike="noStrike">
              <a:solidFill>
                <a:srgbClr val="000000"/>
              </a:solidFill>
              <a:effectLst/>
              <a:uFillTx/>
              <a:latin typeface="OpenSymbol"/>
            </a:endParaRPr>
          </a:p>
        </p:txBody>
      </p:sp>
      <p:sp>
        <p:nvSpPr>
          <p:cNvPr id="1355" name="Rectangle 135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We live in constant comparison, especially on social media where only highlights are shared. Success seems fast and everyone appears ahead. But remember, these are just curated moments. </a:t>
            </a:r>
            <a:r>
              <a:rPr lang="en-US" sz="1200" b="1" u="none" strike="noStrike">
                <a:solidFill>
                  <a:schemeClr val="dk1"/>
                </a:solidFill>
                <a:effectLst/>
                <a:uFillTx/>
                <a:latin typeface="DM Sans"/>
              </a:rPr>
              <a:t>No one shares their struggles or confusion</a:t>
            </a:r>
            <a:r>
              <a:rPr lang="en-US" sz="1200" b="0" u="none" strike="noStrike">
                <a:solidFill>
                  <a:schemeClr val="dk1"/>
                </a:solidFill>
                <a:effectLst/>
                <a:uFillTx/>
                <a:latin typeface="DM Sans"/>
              </a:rPr>
              <a:t>, so don’t measure your life against others’ highlight reels.</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 name="PlaceHolder 1"/>
          <p:cNvSpPr>
            <a:spLocks noGrp="1"/>
          </p:cNvSpPr>
          <p:nvPr>
            <p:ph type="title"/>
          </p:nvPr>
        </p:nvSpPr>
        <p:spPr>
          <a:xfrm>
            <a:off x="723960" y="447840"/>
            <a:ext cx="7714800" cy="571320"/>
          </a:xfrm>
          <a:prstGeom prst="rect">
            <a:avLst/>
          </a:prstGeom>
          <a:noFill/>
          <a:ln w="0">
            <a:noFill/>
          </a:ln>
        </p:spPr>
        <p:txBody>
          <a:bodyPr lIns="91440" tIns="91440" rIns="91440" bIns="91440" anchor="t">
            <a:normAutofit fontScale="92500" lnSpcReduction="19999"/>
          </a:bodyPr>
          <a:lstStyle/>
          <a:p>
            <a:pPr indent="0" algn="ctr">
              <a:lnSpc>
                <a:spcPct val="100000"/>
              </a:lnSpc>
              <a:buNone/>
              <a:tabLst>
                <a:tab pos="0" algn="l"/>
              </a:tabLst>
            </a:pPr>
            <a:r>
              <a:rPr lang="en-US" sz="3200" b="1" u="none" strike="noStrike">
                <a:solidFill>
                  <a:schemeClr val="dk1"/>
                </a:solidFill>
                <a:effectLst/>
                <a:uFillTx/>
                <a:latin typeface="Plus Jakarta Sans ExtraBold"/>
                <a:ea typeface="Plus Jakarta Sans ExtraBold"/>
              </a:rPr>
              <a:t>The Illusion of a Universal Timeline</a:t>
            </a:r>
            <a:endParaRPr lang="fr-FR" sz="3200" b="0" u="none" strike="noStrike">
              <a:solidFill>
                <a:schemeClr val="dk1"/>
              </a:solidFill>
              <a:effectLst/>
              <a:uFillTx/>
              <a:latin typeface="Arial"/>
            </a:endParaRPr>
          </a:p>
        </p:txBody>
      </p:sp>
      <p:sp>
        <p:nvSpPr>
          <p:cNvPr id="1357" name="PlaceHolder 2"/>
          <p:cNvSpPr>
            <a:spLocks noGrp="1"/>
          </p:cNvSpPr>
          <p:nvPr>
            <p:ph type="subTitle"/>
          </p:nvPr>
        </p:nvSpPr>
        <p:spPr>
          <a:xfrm>
            <a:off x="2428920" y="1495440"/>
            <a:ext cx="4295520" cy="21618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DM Sans"/>
                <a:ea typeface="DM Sans"/>
              </a:rPr>
              <a:t>Life isn’t a checklist with fixed ages for success. There is </a:t>
            </a:r>
            <a:r>
              <a:rPr lang="en-US" sz="1200" b="1" u="none" strike="noStrike">
                <a:solidFill>
                  <a:schemeClr val="dk1"/>
                </a:solidFill>
                <a:effectLst/>
                <a:uFillTx/>
                <a:latin typeface="DM Sans"/>
                <a:ea typeface="DM Sans"/>
              </a:rPr>
              <a:t>no universal timeline</a:t>
            </a:r>
            <a:r>
              <a:rPr lang="en-US" sz="1200" b="0" u="none" strike="noStrike">
                <a:solidFill>
                  <a:schemeClr val="dk1"/>
                </a:solidFill>
                <a:effectLst/>
                <a:uFillTx/>
                <a:latin typeface="DM Sans"/>
                <a:ea typeface="DM Sans"/>
              </a:rPr>
              <a:t>, no correct age, no single path. We often behave like life is an exam to pass, but real success is different for everyone. Embrace your own pace and journey without pressure.</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 name="Rectangle 135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3200" b="1" u="none" strike="noStrike">
                <a:solidFill>
                  <a:schemeClr val="dk1"/>
                </a:solidFill>
                <a:effectLst/>
                <a:uFillTx/>
                <a:latin typeface="Plus Jakarta Sans ExtraBold"/>
              </a:rPr>
              <a:t>Embracing Different Paths and Speeds</a:t>
            </a:r>
            <a:endParaRPr lang="en-US" sz="3200" b="0" u="none" strike="noStrike">
              <a:solidFill>
                <a:srgbClr val="000000"/>
              </a:solidFill>
              <a:effectLst/>
              <a:uFillTx/>
              <a:latin typeface="OpenSymbol"/>
            </a:endParaRPr>
          </a:p>
        </p:txBody>
      </p:sp>
      <p:sp>
        <p:nvSpPr>
          <p:cNvPr id="1359" name="Rectangle 1358"/>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Success does not follow a single route or timeline. Everyone’s journey is unique, shaped by different experiences, challenges, and opportunities. </a:t>
            </a:r>
            <a:r>
              <a:rPr lang="en-US" sz="1200" b="1" u="none" strike="noStrike">
                <a:solidFill>
                  <a:schemeClr val="dk1"/>
                </a:solidFill>
                <a:effectLst/>
                <a:uFillTx/>
                <a:latin typeface="DM Sans"/>
              </a:rPr>
              <a:t>Embrace your personal pace</a:t>
            </a:r>
            <a:r>
              <a:rPr lang="en-US" sz="1200" b="0" u="none" strike="noStrike">
                <a:solidFill>
                  <a:schemeClr val="dk1"/>
                </a:solidFill>
                <a:effectLst/>
                <a:uFillTx/>
                <a:latin typeface="DM Sans"/>
              </a:rPr>
              <a:t> and understand that moving slower or taking detours does not mean failure. Your path is your own, and every step forward is a meaningful victory. </a:t>
            </a:r>
            <a:endParaRPr lang="en-US" sz="1200" b="0" u="none" strike="noStrike">
              <a:solidFill>
                <a:srgbClr val="000000"/>
              </a:solidFill>
              <a:effectLst/>
              <a:uFillTx/>
              <a:latin typeface="OpenSymbol"/>
            </a:endParaRPr>
          </a:p>
          <a:p>
            <a:pPr algn="ctr" defTabSz="914400">
              <a:lnSpc>
                <a:spcPct val="150000"/>
              </a:lnSpc>
              <a:tabLst>
                <a:tab pos="0" algn="l"/>
              </a:tabLst>
            </a:pPr>
            <a:endParaRPr lang="en-US" sz="1800" b="0" u="none" strike="noStrike">
              <a:solidFill>
                <a:srgbClr val="000000"/>
              </a:solidFill>
              <a:effectLst/>
              <a:uFillTx/>
              <a:latin typeface="OpenSymbol"/>
            </a:endParaRPr>
          </a:p>
          <a:p>
            <a:pPr algn="ctr" defTabSz="914400">
              <a:lnSpc>
                <a:spcPct val="150000"/>
              </a:lnSpc>
              <a:tabLst>
                <a:tab pos="0" algn="l"/>
              </a:tabLst>
            </a:pPr>
            <a:r>
              <a:rPr lang="en-US" sz="1200" b="0" u="none" strike="noStrike">
                <a:solidFill>
                  <a:schemeClr val="dk1"/>
                </a:solidFill>
                <a:effectLst/>
                <a:uFillTx/>
                <a:latin typeface="DM Sans"/>
              </a:rPr>
              <a:t>Celebrate your individuality and trust the timing of your life.</a:t>
            </a:r>
            <a:endParaRPr lang="en-US" sz="1200" b="0" u="none" strike="noStrike">
              <a:solidFill>
                <a:srgbClr val="000000"/>
              </a:solidFill>
              <a:effectLst/>
              <a:uFillTx/>
              <a:latin typeface="OpenSymbol"/>
            </a:endParaRPr>
          </a:p>
        </p:txBody>
      </p:sp>
      <p:pic>
        <p:nvPicPr>
          <p:cNvPr id="1360" name="image69a8800020409" descr="image69a880002040d"/>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 name="Rectangle 1360"/>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362" name="Rectangle 1361"/>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Plus Jakarta Sans ExtraBold"/>
              </a:rPr>
              <a:t>Inner Growth and Self-Understanding</a:t>
            </a:r>
            <a:endParaRPr lang="en-US" sz="4000" b="0" u="none" strike="noStrike">
              <a:solidFill>
                <a:srgbClr val="000000"/>
              </a:solidFill>
              <a:effectLst/>
              <a:uFillTx/>
              <a:latin typeface="OpenSymbol"/>
            </a:endParaRPr>
          </a:p>
        </p:txBody>
      </p:sp>
      <p:pic>
        <p:nvPicPr>
          <p:cNvPr id="1363" name="image69a880002fae7" descr="image69a880002faeb"/>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4" name="Rectangle 136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Plus Jakarta Sans ExtraBold"/>
              </a:rPr>
              <a:t>Overcoming Internal Pressure</a:t>
            </a:r>
            <a:endParaRPr lang="en-US" sz="3200" b="0" u="none" strike="noStrike">
              <a:solidFill>
                <a:srgbClr val="000000"/>
              </a:solidFill>
              <a:effectLst/>
              <a:uFillTx/>
              <a:latin typeface="OpenSymbol"/>
            </a:endParaRPr>
          </a:p>
        </p:txBody>
      </p:sp>
      <p:sp>
        <p:nvSpPr>
          <p:cNvPr id="1365" name="Rectangle 136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Often, the toughest pressure comes from within. We create expectations based on an imagined version of ourselves, and when reality differs, we feel like failures. Recognize this internal struggle as a chance to </a:t>
            </a:r>
            <a:r>
              <a:rPr lang="en-US" sz="1200" b="1" u="none" strike="noStrike">
                <a:solidFill>
                  <a:schemeClr val="dk1"/>
                </a:solidFill>
                <a:effectLst/>
                <a:uFillTx/>
                <a:latin typeface="DM Sans"/>
              </a:rPr>
              <a:t>redefine success</a:t>
            </a:r>
            <a:r>
              <a:rPr lang="en-US" sz="1200" b="0" u="none" strike="noStrike">
                <a:solidFill>
                  <a:schemeClr val="dk1"/>
                </a:solidFill>
                <a:effectLst/>
                <a:uFillTx/>
                <a:latin typeface="DM Sans"/>
              </a:rPr>
              <a:t> and forgive yourself. Growth happens in many forms, and changing your perspective is a sign of strength, not weakness.</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 name="Rectangle 1365"/>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3200" b="1" u="none" strike="noStrike">
                <a:solidFill>
                  <a:schemeClr val="dk1"/>
                </a:solidFill>
                <a:effectLst/>
                <a:uFillTx/>
                <a:latin typeface="Plus Jakarta Sans ExtraBold"/>
              </a:rPr>
              <a:t>Recognizing Invisible Progress</a:t>
            </a:r>
            <a:endParaRPr lang="en-US" sz="3200" b="0" u="none" strike="noStrike">
              <a:solidFill>
                <a:srgbClr val="000000"/>
              </a:solidFill>
              <a:effectLst/>
              <a:uFillTx/>
              <a:latin typeface="OpenSymbol"/>
            </a:endParaRPr>
          </a:p>
        </p:txBody>
      </p:sp>
      <p:sp>
        <p:nvSpPr>
          <p:cNvPr id="1367" name="Rectangle 1366"/>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Not all progress can be seen. Much of your development happens beneath the surface—through learning, healing, and trying again. Confidence, resilience, and character build quietly, but these invisible victories are essential to long-term success. </a:t>
            </a:r>
            <a:r>
              <a:rPr lang="en-US" sz="1200" b="1" u="none" strike="noStrike">
                <a:solidFill>
                  <a:schemeClr val="dk1"/>
                </a:solidFill>
                <a:effectLst/>
                <a:uFillTx/>
                <a:latin typeface="DM Sans"/>
              </a:rPr>
              <a:t>Value your unseen growth</a:t>
            </a:r>
            <a:r>
              <a:rPr lang="en-US" sz="1200" b="0" u="none" strike="noStrike">
                <a:solidFill>
                  <a:schemeClr val="dk1"/>
                </a:solidFill>
                <a:effectLst/>
                <a:uFillTx/>
                <a:latin typeface="DM Sans"/>
              </a:rPr>
              <a:t> as much as what is visible to the world.</a:t>
            </a:r>
            <a:endParaRPr lang="en-US" sz="1200" b="0" u="none" strike="noStrike">
              <a:solidFill>
                <a:srgbClr val="000000"/>
              </a:solidFill>
              <a:effectLst/>
              <a:uFillTx/>
              <a:latin typeface="OpenSymbol"/>
            </a:endParaRPr>
          </a:p>
        </p:txBody>
      </p:sp>
      <p:pic>
        <p:nvPicPr>
          <p:cNvPr id="1368" name="image69a880003e64b" descr="image69a880003e64f"/>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 name="PlaceHolder 1"/>
          <p:cNvSpPr>
            <a:spLocks noGrp="1"/>
          </p:cNvSpPr>
          <p:nvPr>
            <p:ph type="title"/>
          </p:nvPr>
        </p:nvSpPr>
        <p:spPr>
          <a:xfrm>
            <a:off x="723960" y="447840"/>
            <a:ext cx="7714800" cy="571320"/>
          </a:xfrm>
          <a:prstGeom prst="rect">
            <a:avLst/>
          </a:prstGeom>
          <a:noFill/>
          <a:ln w="0">
            <a:noFill/>
          </a:ln>
        </p:spPr>
        <p:txBody>
          <a:bodyPr lIns="91440" tIns="91440" rIns="91440" bIns="91440" anchor="t">
            <a:normAutofit fontScale="92500" lnSpcReduction="19999"/>
          </a:bodyPr>
          <a:lstStyle/>
          <a:p>
            <a:pPr indent="0" algn="ctr">
              <a:lnSpc>
                <a:spcPct val="100000"/>
              </a:lnSpc>
              <a:buNone/>
              <a:tabLst>
                <a:tab pos="0" algn="l"/>
              </a:tabLst>
            </a:pPr>
            <a:r>
              <a:rPr lang="en-US" sz="3200" b="1" u="none" strike="noStrike">
                <a:solidFill>
                  <a:schemeClr val="dk1"/>
                </a:solidFill>
                <a:effectLst/>
                <a:uFillTx/>
                <a:latin typeface="Plus Jakarta Sans ExtraBold"/>
                <a:ea typeface="Plus Jakarta Sans ExtraBold"/>
              </a:rPr>
              <a:t>Building Strength Through Change</a:t>
            </a:r>
            <a:endParaRPr lang="fr-FR" sz="3200" b="0" u="none" strike="noStrike">
              <a:solidFill>
                <a:schemeClr val="dk1"/>
              </a:solidFill>
              <a:effectLst/>
              <a:uFillTx/>
              <a:latin typeface="Arial"/>
            </a:endParaRPr>
          </a:p>
        </p:txBody>
      </p:sp>
      <p:sp>
        <p:nvSpPr>
          <p:cNvPr id="1370" name="PlaceHolder 2"/>
          <p:cNvSpPr>
            <a:spLocks noGrp="1"/>
          </p:cNvSpPr>
          <p:nvPr>
            <p:ph type="subTitle"/>
          </p:nvPr>
        </p:nvSpPr>
        <p:spPr>
          <a:xfrm>
            <a:off x="2428920" y="1495440"/>
            <a:ext cx="4295520" cy="21618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DM Sans"/>
                <a:ea typeface="DM Sans"/>
              </a:rPr>
              <a:t>Change can feel uncertain, but it is the foundation of strength. When you shift from one version of yourself to another, you are evolving. Rather than fearing this transformation, embrace it as a powerful process of becoming stronger and more resilient. </a:t>
            </a:r>
            <a:r>
              <a:rPr lang="en-US" sz="1200" b="1" u="none" strike="noStrike">
                <a:solidFill>
                  <a:schemeClr val="dk1"/>
                </a:solidFill>
                <a:effectLst/>
                <a:uFillTx/>
                <a:latin typeface="DM Sans"/>
                <a:ea typeface="DM Sans"/>
              </a:rPr>
              <a:t>Your current challenges are shaping your future success</a:t>
            </a:r>
            <a:r>
              <a:rPr lang="en-US" sz="1200" b="0" u="none" strike="noStrike">
                <a:solidFill>
                  <a:schemeClr val="dk1"/>
                </a:solidFill>
                <a:effectLst/>
                <a:uFillTx/>
                <a:latin typeface="DM Sans"/>
                <a:ea typeface="DM Sans"/>
              </a:rPr>
              <a:t> in ways you may not yet see.</a:t>
            </a:r>
            <a:endParaRPr lang="en-US" sz="12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1" name="Google Shape;2004;p51"/>
          <p:cNvPicPr/>
          <p:nvPr/>
        </p:nvPicPr>
        <p:blipFill>
          <a:blip r:embed="rId2"/>
          <a:srcRect l="18780" r="10135"/>
          <a:stretch/>
        </p:blipFill>
        <p:spPr>
          <a:xfrm>
            <a:off x="4784040" y="1071360"/>
            <a:ext cx="3337200" cy="3128760"/>
          </a:xfrm>
          <a:prstGeom prst="rect">
            <a:avLst/>
          </a:prstGeom>
          <a:noFill/>
          <a:ln w="0">
            <a:noFill/>
          </a:ln>
        </p:spPr>
      </p:pic>
      <p:sp>
        <p:nvSpPr>
          <p:cNvPr id="1372" name="PlaceHolder 1"/>
          <p:cNvSpPr>
            <a:spLocks noGrp="1"/>
          </p:cNvSpPr>
          <p:nvPr>
            <p:ph type="title"/>
          </p:nvPr>
        </p:nvSpPr>
        <p:spPr>
          <a:xfrm>
            <a:off x="1009800" y="1476360"/>
            <a:ext cx="3657240" cy="1456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Plus Jakarta Sans ExtraBold"/>
                <a:ea typeface="Plus Jakarta Sans ExtraBold"/>
              </a:rPr>
              <a:t>Conclusions</a:t>
            </a:r>
            <a:endParaRPr lang="fr-FR" sz="3200" b="0" u="none" strike="noStrike">
              <a:solidFill>
                <a:schemeClr val="dk1"/>
              </a:solidFill>
              <a:effectLst/>
              <a:uFillTx/>
              <a:latin typeface="Arial"/>
            </a:endParaRPr>
          </a:p>
        </p:txBody>
      </p:sp>
      <p:sp>
        <p:nvSpPr>
          <p:cNvPr id="1373" name="PlaceHolder 2"/>
          <p:cNvSpPr>
            <a:spLocks noGrp="1"/>
          </p:cNvSpPr>
          <p:nvPr>
            <p:ph type="subTitle"/>
          </p:nvPr>
        </p:nvSpPr>
        <p:spPr>
          <a:xfrm>
            <a:off x="1009800" y="2990880"/>
            <a:ext cx="3657240" cy="1114200"/>
          </a:xfrm>
          <a:prstGeom prst="rect">
            <a:avLst/>
          </a:prstGeom>
          <a:noFill/>
          <a:ln w="0">
            <a:noFill/>
          </a:ln>
        </p:spPr>
        <p:txBody>
          <a:bodyPr lIns="91440" tIns="91440" rIns="91440" bIns="91440" anchor="t">
            <a:normAutofit fontScale="47500" lnSpcReduction="19999"/>
          </a:bodyPr>
          <a:lstStyle/>
          <a:p>
            <a:pPr indent="0">
              <a:lnSpc>
                <a:spcPct val="150000"/>
              </a:lnSpc>
              <a:buNone/>
              <a:tabLst>
                <a:tab pos="0" algn="l"/>
              </a:tabLst>
            </a:pPr>
            <a:r>
              <a:rPr lang="en-US" sz="1200" b="0" u="none" strike="noStrike">
                <a:solidFill>
                  <a:schemeClr val="dk1"/>
                </a:solidFill>
                <a:effectLst/>
                <a:uFillTx/>
                <a:latin typeface="DM Sans"/>
                <a:ea typeface="DM Sans"/>
              </a:rPr>
              <a:t>You are not behind. You are building a unique future at your own pace. </a:t>
            </a:r>
            <a:endParaRPr lang="en-US" sz="1200" b="0" u="none" strike="noStrike">
              <a:solidFill>
                <a:srgbClr val="000000"/>
              </a:solidFill>
              <a:effectLst/>
              <a:uFillTx/>
              <a:latin typeface="OpenSymbol"/>
            </a:endParaRPr>
          </a:p>
          <a:p>
            <a:pPr indent="0">
              <a:lnSpc>
                <a:spcPct val="150000"/>
              </a:lnSpc>
              <a:buNone/>
              <a:tabLst>
                <a:tab pos="0" algn="l"/>
              </a:tabLst>
            </a:pPr>
            <a:endParaRPr lang="en-US" sz="1400" b="0" u="none" strike="noStrike">
              <a:solidFill>
                <a:srgbClr val="000000"/>
              </a:solidFill>
              <a:effectLst/>
              <a:uFillTx/>
              <a:latin typeface="OpenSymbol"/>
            </a:endParaRPr>
          </a:p>
          <a:p>
            <a:pPr indent="0">
              <a:lnSpc>
                <a:spcPct val="150000"/>
              </a:lnSpc>
              <a:buNone/>
              <a:tabLst>
                <a:tab pos="0" algn="l"/>
              </a:tabLst>
            </a:pPr>
            <a:r>
              <a:rPr lang="en-US" sz="1200" b="0" u="none" strike="noStrike">
                <a:solidFill>
                  <a:schemeClr val="dk1"/>
                </a:solidFill>
                <a:effectLst/>
                <a:uFillTx/>
                <a:latin typeface="DM Sans"/>
                <a:ea typeface="DM Sans"/>
              </a:rPr>
              <a:t>Remember, success is not a race but a personal journey filled with invisible growth and transformation. </a:t>
            </a:r>
            <a:endParaRPr lang="en-US" sz="1200" b="0" u="none" strike="noStrike">
              <a:solidFill>
                <a:srgbClr val="000000"/>
              </a:solidFill>
              <a:effectLst/>
              <a:uFillTx/>
              <a:latin typeface="OpenSymbol"/>
            </a:endParaRPr>
          </a:p>
          <a:p>
            <a:pPr indent="0">
              <a:lnSpc>
                <a:spcPct val="150000"/>
              </a:lnSpc>
              <a:buNone/>
              <a:tabLst>
                <a:tab pos="0" algn="l"/>
              </a:tabLst>
            </a:pPr>
            <a:endParaRPr lang="en-US" sz="1400" b="0" u="none" strike="noStrike">
              <a:solidFill>
                <a:srgbClr val="000000"/>
              </a:solidFill>
              <a:effectLst/>
              <a:uFillTx/>
              <a:latin typeface="OpenSymbol"/>
            </a:endParaRPr>
          </a:p>
          <a:p>
            <a:pPr indent="0">
              <a:lnSpc>
                <a:spcPct val="150000"/>
              </a:lnSpc>
              <a:buNone/>
              <a:tabLst>
                <a:tab pos="0" algn="l"/>
              </a:tabLst>
            </a:pPr>
            <a:r>
              <a:rPr lang="en-US" sz="1200" b="1" u="none" strike="noStrike">
                <a:solidFill>
                  <a:schemeClr val="dk1"/>
                </a:solidFill>
                <a:effectLst/>
                <a:uFillTx/>
                <a:latin typeface="DM Sans"/>
                <a:ea typeface="DM Sans"/>
              </a:rPr>
              <a:t>Trust yourself, embrace change, and celebrate every step forward.</a:t>
            </a:r>
            <a:r>
              <a:rPr lang="en-US" sz="1200" b="0" u="none" strike="noStrike">
                <a:solidFill>
                  <a:schemeClr val="dk1"/>
                </a:solidFill>
                <a:effectLst/>
                <a:uFillTx/>
                <a:latin typeface="DM Sans"/>
                <a:ea typeface="DM Sans"/>
              </a:rPr>
              <a:t> Your path is valid, your progress meaningful, and your story inspiring. Keep building with confidence.</a:t>
            </a:r>
            <a:endParaRPr lang="en-US" sz="1200" b="0" u="none" strike="noStrike">
              <a:solidFill>
                <a:srgbClr val="000000"/>
              </a:solidFill>
              <a:effectLst/>
              <a:uFillTx/>
              <a:latin typeface="OpenSymbol"/>
            </a:endParaRPr>
          </a:p>
        </p:txBody>
      </p:sp>
      <p:grpSp>
        <p:nvGrpSpPr>
          <p:cNvPr id="1374" name="Google Shape;2007;p51"/>
          <p:cNvGrpSpPr/>
          <p:nvPr/>
        </p:nvGrpSpPr>
        <p:grpSpPr>
          <a:xfrm>
            <a:off x="954360" y="947880"/>
            <a:ext cx="187920" cy="188640"/>
            <a:chOff x="954360" y="947880"/>
            <a:chExt cx="187920" cy="188640"/>
          </a:xfrm>
        </p:grpSpPr>
        <p:sp>
          <p:nvSpPr>
            <p:cNvPr id="1375" name="Google Shape;2008;p51"/>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2009;p51"/>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2010;p51"/>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2011;p51"/>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2012;p51"/>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2013;p51"/>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 name="PlaceHolder 1"/>
          <p:cNvSpPr>
            <a:spLocks noGrp="1"/>
          </p:cNvSpPr>
          <p:nvPr>
            <p:ph type="subTitle"/>
          </p:nvPr>
        </p:nvSpPr>
        <p:spPr>
          <a:xfrm>
            <a:off x="714240" y="1657440"/>
            <a:ext cx="3561840" cy="1162080"/>
          </a:xfrm>
          <a:prstGeom prst="rect">
            <a:avLst/>
          </a:prstGeom>
          <a:noFill/>
          <a:ln w="0">
            <a:noFill/>
          </a:ln>
        </p:spPr>
        <p:txBody>
          <a:bodyPr lIns="91440" tIns="91440" rIns="91440" bIns="91440" anchor="t">
            <a:spAutoFit/>
          </a:bodyPr>
          <a:lstStyle/>
          <a:p>
            <a:pPr>
              <a:lnSpc>
                <a:spcPct val="100000"/>
              </a:lnSpc>
              <a:tabLst>
                <a:tab pos="0" algn="l"/>
              </a:tabLst>
            </a:pPr>
            <a:r>
              <a:rPr lang="en" sz="1600" b="1" u="none" strike="noStrike">
                <a:solidFill>
                  <a:schemeClr val="dk1"/>
                </a:solidFill>
                <a:effectLst/>
                <a:uFillTx/>
                <a:latin typeface="DM Sans"/>
                <a:ea typeface="DM Sans"/>
              </a:rPr>
              <a:t>Do you have any questions?</a:t>
            </a:r>
            <a:endParaRPr lang="en-US" sz="1600" b="0" u="none" strike="noStrike">
              <a:solidFill>
                <a:srgbClr val="000000"/>
              </a:solidFill>
              <a:effectLst/>
              <a:uFillTx/>
              <a:latin typeface="OpenSymbol"/>
            </a:endParaRPr>
          </a:p>
          <a:p>
            <a:pPr>
              <a:lnSpc>
                <a:spcPct val="100000"/>
              </a:lnSpc>
              <a:tabLst>
                <a:tab pos="0" algn="l"/>
              </a:tabLst>
            </a:pPr>
            <a:r>
              <a:rPr lang="en" sz="1400" b="0" u="none" strike="noStrike">
                <a:solidFill>
                  <a:schemeClr val="dk1"/>
                </a:solidFill>
                <a:effectLst/>
                <a:uFillTx/>
                <a:latin typeface="DM Sans"/>
                <a:ea typeface="DM Sans"/>
              </a:rPr>
              <a:t>youremail@freepik.com</a:t>
            </a:r>
            <a:endParaRPr lang="en-US" sz="1400" b="0" u="none" strike="noStrike">
              <a:solidFill>
                <a:srgbClr val="000000"/>
              </a:solidFill>
              <a:effectLst/>
              <a:uFillTx/>
              <a:latin typeface="OpenSymbol"/>
            </a:endParaRPr>
          </a:p>
          <a:p>
            <a:pPr>
              <a:lnSpc>
                <a:spcPct val="100000"/>
              </a:lnSpc>
              <a:tabLst>
                <a:tab pos="0" algn="l"/>
              </a:tabLst>
            </a:pPr>
            <a:r>
              <a:rPr lang="en" sz="1400" b="0" u="none" strike="noStrike">
                <a:solidFill>
                  <a:schemeClr val="dk1"/>
                </a:solidFill>
                <a:effectLst/>
                <a:uFillTx/>
                <a:latin typeface="DM Sans"/>
                <a:ea typeface="DM Sans"/>
              </a:rPr>
              <a:t>+34 654 321 432</a:t>
            </a:r>
            <a:endParaRPr lang="en-US" sz="1400" b="0" u="none" strike="noStrike">
              <a:solidFill>
                <a:srgbClr val="000000"/>
              </a:solidFill>
              <a:effectLst/>
              <a:uFillTx/>
              <a:latin typeface="OpenSymbol"/>
            </a:endParaRPr>
          </a:p>
          <a:p>
            <a:pPr>
              <a:lnSpc>
                <a:spcPct val="100000"/>
              </a:lnSpc>
              <a:tabLst>
                <a:tab pos="0" algn="l"/>
              </a:tabLst>
            </a:pPr>
            <a:r>
              <a:rPr lang="en" sz="1400" b="0" u="none" strike="noStrike">
                <a:solidFill>
                  <a:schemeClr val="dk1"/>
                </a:solidFill>
                <a:effectLst/>
                <a:uFillTx/>
                <a:latin typeface="DM Sans"/>
                <a:ea typeface="DM Sans"/>
              </a:rPr>
              <a:t>yourwebsite.com</a:t>
            </a:r>
            <a:endParaRPr lang="en-US" sz="1400" b="0" u="none" strike="noStrike">
              <a:solidFill>
                <a:srgbClr val="000000"/>
              </a:solidFill>
              <a:effectLst/>
              <a:uFillTx/>
              <a:latin typeface="OpenSymbol"/>
            </a:endParaRPr>
          </a:p>
        </p:txBody>
      </p:sp>
      <p:sp>
        <p:nvSpPr>
          <p:cNvPr id="1382" name="Google Shape;2767;p72"/>
          <p:cNvSpPr/>
          <p:nvPr/>
        </p:nvSpPr>
        <p:spPr>
          <a:xfrm>
            <a:off x="714240" y="4124160"/>
            <a:ext cx="4152600" cy="256680"/>
          </a:xfrm>
          <a:prstGeom prst="rect">
            <a:avLst/>
          </a:prstGeom>
          <a:noFill/>
          <a:ln w="0">
            <a:noFill/>
          </a:ln>
        </p:spPr>
        <p:style>
          <a:lnRef idx="0">
            <a:scrgbClr r="0" g="0" b="0"/>
          </a:lnRef>
          <a:fillRef idx="0">
            <a:scrgbClr r="0" g="0" b="0"/>
          </a:fillRef>
          <a:effectRef idx="0">
            <a:scrgbClr r="0" g="0" b="0"/>
          </a:effectRef>
          <a:fontRef idx="minor"/>
        </p:style>
        <p:txBody>
          <a:bodyPr lIns="870823080" tIns="-3218040" rIns="870823080" bIns="-3218040" anchor="t">
            <a:spAutoFit/>
          </a:bodyPr>
          <a:lstStyle/>
          <a:p>
            <a:pPr defTabSz="914400">
              <a:lnSpc>
                <a:spcPct val="100000"/>
              </a:lnSpc>
              <a:tabLst>
                <a:tab pos="0" algn="l"/>
              </a:tabLst>
            </a:pPr>
            <a:r>
              <a:rPr lang="en" sz="1200" b="0" u="none" strike="noStrike">
                <a:solidFill>
                  <a:schemeClr val="dk1"/>
                </a:solidFill>
                <a:effectLst/>
                <a:uFillTx/>
                <a:latin typeface="Arial"/>
              </a:rPr>
              <a:t>Please keep this slide for attribution</a:t>
            </a:r>
            <a:endParaRPr lang="en-US" sz="1200" b="0" u="none" strike="noStrike">
              <a:solidFill>
                <a:srgbClr val="000000"/>
              </a:solidFill>
              <a:effectLst/>
              <a:uFillTx/>
              <a:latin typeface="OpenSymbol"/>
            </a:endParaRPr>
          </a:p>
        </p:txBody>
      </p:sp>
      <p:sp>
        <p:nvSpPr>
          <p:cNvPr id="1383" name="PlaceHolder 2"/>
          <p:cNvSpPr>
            <a:spLocks noGrp="1"/>
          </p:cNvSpPr>
          <p:nvPr>
            <p:ph type="title"/>
          </p:nvPr>
        </p:nvSpPr>
        <p:spPr>
          <a:xfrm>
            <a:off x="714240" y="752400"/>
            <a:ext cx="4105080" cy="170748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5000" b="0" u="none" strike="noStrike">
                <a:solidFill>
                  <a:schemeClr val="dk1"/>
                </a:solidFill>
                <a:effectLst/>
                <a:uFillTx/>
                <a:latin typeface="Poppins ExtraBold"/>
                <a:ea typeface="Poppins ExtraBold"/>
              </a:rPr>
              <a:t>Thanks!</a:t>
            </a:r>
            <a:endParaRPr lang="fr-FR" sz="5000" b="0" u="none" strike="noStrike">
              <a:solidFill>
                <a:schemeClr val="dk1"/>
              </a:solidFill>
              <a:effectLst/>
              <a:uFillTx/>
              <a:latin typeface="Arial"/>
            </a:endParaRPr>
          </a:p>
        </p:txBody>
      </p:sp>
      <p:grpSp>
        <p:nvGrpSpPr>
          <p:cNvPr id="1384" name="Google Shape;2769;p72"/>
          <p:cNvGrpSpPr/>
          <p:nvPr/>
        </p:nvGrpSpPr>
        <p:grpSpPr>
          <a:xfrm>
            <a:off x="2535840" y="3036960"/>
            <a:ext cx="407160" cy="407160"/>
            <a:chOff x="2535840" y="3036960"/>
            <a:chExt cx="407160" cy="407160"/>
          </a:xfrm>
        </p:grpSpPr>
        <p:sp>
          <p:nvSpPr>
            <p:cNvPr id="1385" name="Google Shape;2770;p72"/>
            <p:cNvSpPr/>
            <p:nvPr/>
          </p:nvSpPr>
          <p:spPr>
            <a:xfrm>
              <a:off x="2596320" y="3180960"/>
              <a:ext cx="71280" cy="214560"/>
            </a:xfrm>
            <a:custGeom>
              <a:avLst/>
              <a:gdLst>
                <a:gd name="textAreaLeft" fmla="*/ 0 w 71280"/>
                <a:gd name="textAreaRight" fmla="*/ 71640 w 71280"/>
                <a:gd name="textAreaTop" fmla="*/ 0 h 214560"/>
                <a:gd name="textAreaBottom" fmla="*/ 214920 h 21456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2771;p72"/>
            <p:cNvSpPr/>
            <p:nvPr/>
          </p:nvSpPr>
          <p:spPr>
            <a:xfrm>
              <a:off x="2596320" y="3085560"/>
              <a:ext cx="71280" cy="71280"/>
            </a:xfrm>
            <a:custGeom>
              <a:avLst/>
              <a:gdLst>
                <a:gd name="textAreaLeft" fmla="*/ 0 w 71280"/>
                <a:gd name="textAreaRight" fmla="*/ 71640 w 71280"/>
                <a:gd name="textAreaTop" fmla="*/ 0 h 71280"/>
                <a:gd name="textAreaBottom" fmla="*/ 71640 h 7128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772;p72"/>
            <p:cNvSpPr/>
            <p:nvPr/>
          </p:nvSpPr>
          <p:spPr>
            <a:xfrm>
              <a:off x="2691720" y="3180600"/>
              <a:ext cx="190800" cy="214920"/>
            </a:xfrm>
            <a:custGeom>
              <a:avLst/>
              <a:gdLst>
                <a:gd name="textAreaLeft" fmla="*/ 0 w 190800"/>
                <a:gd name="textAreaRight" fmla="*/ 191160 w 190800"/>
                <a:gd name="textAreaTop" fmla="*/ 0 h 214920"/>
                <a:gd name="textAreaBottom" fmla="*/ 215280 h 21492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773;p72"/>
            <p:cNvSpPr/>
            <p:nvPr/>
          </p:nvSpPr>
          <p:spPr>
            <a:xfrm>
              <a:off x="2535840" y="30369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9" name="Google Shape;2774;p72"/>
          <p:cNvGrpSpPr/>
          <p:nvPr/>
        </p:nvGrpSpPr>
        <p:grpSpPr>
          <a:xfrm>
            <a:off x="1667880" y="3036960"/>
            <a:ext cx="407160" cy="407160"/>
            <a:chOff x="1667880" y="3036960"/>
            <a:chExt cx="407160" cy="407160"/>
          </a:xfrm>
        </p:grpSpPr>
        <p:sp>
          <p:nvSpPr>
            <p:cNvPr id="1390" name="Google Shape;2775;p72"/>
            <p:cNvSpPr/>
            <p:nvPr/>
          </p:nvSpPr>
          <p:spPr>
            <a:xfrm>
              <a:off x="1788120" y="3157200"/>
              <a:ext cx="166680" cy="166680"/>
            </a:xfrm>
            <a:custGeom>
              <a:avLst/>
              <a:gdLst>
                <a:gd name="textAreaLeft" fmla="*/ 0 w 166680"/>
                <a:gd name="textAreaRight" fmla="*/ 167040 w 166680"/>
                <a:gd name="textAreaTop" fmla="*/ 0 h 166680"/>
                <a:gd name="textAreaBottom" fmla="*/ 167040 h 16668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3520" bIns="83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2776;p72"/>
            <p:cNvSpPr/>
            <p:nvPr/>
          </p:nvSpPr>
          <p:spPr>
            <a:xfrm>
              <a:off x="1715760" y="3084840"/>
              <a:ext cx="311400" cy="311400"/>
            </a:xfrm>
            <a:custGeom>
              <a:avLst/>
              <a:gdLst>
                <a:gd name="textAreaLeft" fmla="*/ 0 w 311400"/>
                <a:gd name="textAreaRight" fmla="*/ 311760 w 311400"/>
                <a:gd name="textAreaTop" fmla="*/ 0 h 311400"/>
                <a:gd name="textAreaBottom" fmla="*/ 311760 h 31140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2777;p72"/>
            <p:cNvSpPr/>
            <p:nvPr/>
          </p:nvSpPr>
          <p:spPr>
            <a:xfrm>
              <a:off x="1667880" y="30369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3" name="Google Shape;2778;p72"/>
            <p:cNvSpPr/>
            <p:nvPr/>
          </p:nvSpPr>
          <p:spPr>
            <a:xfrm>
              <a:off x="1931400" y="313344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94" name="Google Shape;2779;p72"/>
          <p:cNvSpPr/>
          <p:nvPr/>
        </p:nvSpPr>
        <p:spPr>
          <a:xfrm>
            <a:off x="799920" y="30369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2" h="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95" name="Google Shape;2780;p72"/>
          <p:cNvGrpSpPr/>
          <p:nvPr/>
        </p:nvGrpSpPr>
        <p:grpSpPr>
          <a:xfrm>
            <a:off x="4608000" y="564120"/>
            <a:ext cx="4057200" cy="3974400"/>
            <a:chOff x="4608000" y="564120"/>
            <a:chExt cx="4057200" cy="3974400"/>
          </a:xfrm>
        </p:grpSpPr>
        <p:grpSp>
          <p:nvGrpSpPr>
            <p:cNvPr id="1396" name="Google Shape;2781;p72"/>
            <p:cNvGrpSpPr/>
            <p:nvPr/>
          </p:nvGrpSpPr>
          <p:grpSpPr>
            <a:xfrm>
              <a:off x="4864680" y="677520"/>
              <a:ext cx="3468600" cy="3616560"/>
              <a:chOff x="4864680" y="677520"/>
              <a:chExt cx="3468600" cy="3616560"/>
            </a:xfrm>
          </p:grpSpPr>
          <p:sp>
            <p:nvSpPr>
              <p:cNvPr id="1397" name="Google Shape;2782;p72"/>
              <p:cNvSpPr/>
              <p:nvPr/>
            </p:nvSpPr>
            <p:spPr>
              <a:xfrm flipH="1">
                <a:off x="6313680" y="677520"/>
                <a:ext cx="2019240" cy="3616560"/>
              </a:xfrm>
              <a:custGeom>
                <a:avLst/>
                <a:gdLst>
                  <a:gd name="textAreaLeft" fmla="*/ -360 w 2019240"/>
                  <a:gd name="textAreaRight" fmla="*/ 2019240 w 2019240"/>
                  <a:gd name="textAreaTop" fmla="*/ 0 h 3616560"/>
                  <a:gd name="textAreaBottom" fmla="*/ 3616920 h 3616560"/>
                </a:gdLst>
                <a:ahLst/>
                <a:cxnLst/>
                <a:rect l="textAreaLeft" t="textAreaTop" r="textAreaRight" b="textAreaBottom"/>
                <a:pathLst>
                  <a:path w="636" h="1040">
                    <a:moveTo>
                      <a:pt x="636" y="1040"/>
                    </a:moveTo>
                    <a:cubicBezTo>
                      <a:pt x="52" y="1040"/>
                      <a:pt x="52" y="1040"/>
                      <a:pt x="52" y="1040"/>
                    </a:cubicBezTo>
                    <a:cubicBezTo>
                      <a:pt x="23" y="1040"/>
                      <a:pt x="0" y="1017"/>
                      <a:pt x="0" y="988"/>
                    </a:cubicBezTo>
                    <a:cubicBezTo>
                      <a:pt x="0" y="319"/>
                      <a:pt x="0" y="319"/>
                      <a:pt x="0" y="319"/>
                    </a:cubicBezTo>
                    <a:cubicBezTo>
                      <a:pt x="0" y="143"/>
                      <a:pt x="142" y="0"/>
                      <a:pt x="318" y="0"/>
                    </a:cubicBezTo>
                    <a:cubicBezTo>
                      <a:pt x="318" y="0"/>
                      <a:pt x="318" y="0"/>
                      <a:pt x="318" y="0"/>
                    </a:cubicBezTo>
                    <a:cubicBezTo>
                      <a:pt x="494" y="0"/>
                      <a:pt x="636" y="143"/>
                      <a:pt x="636" y="319"/>
                    </a:cubicBezTo>
                    <a:lnTo>
                      <a:pt x="636" y="104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8" name="Google Shape;2783;p72"/>
              <p:cNvSpPr/>
              <p:nvPr/>
            </p:nvSpPr>
            <p:spPr>
              <a:xfrm flipH="1">
                <a:off x="4864320" y="1056240"/>
                <a:ext cx="2024280" cy="3237480"/>
              </a:xfrm>
              <a:custGeom>
                <a:avLst/>
                <a:gdLst>
                  <a:gd name="textAreaLeft" fmla="*/ -360 w 2024280"/>
                  <a:gd name="textAreaRight" fmla="*/ 2024280 w 2024280"/>
                  <a:gd name="textAreaTop" fmla="*/ 0 h 3237480"/>
                  <a:gd name="textAreaBottom" fmla="*/ 3237840 h 3237480"/>
                </a:gdLst>
                <a:ahLst/>
                <a:cxnLst/>
                <a:rect l="textAreaLeft" t="textAreaTop" r="textAreaRight" b="textAreaBottom"/>
                <a:pathLst>
                  <a:path w="637" h="931">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99" name="Google Shape;2784;p72"/>
            <p:cNvGrpSpPr/>
            <p:nvPr/>
          </p:nvGrpSpPr>
          <p:grpSpPr>
            <a:xfrm>
              <a:off x="5230800" y="1504080"/>
              <a:ext cx="2327760" cy="1769760"/>
              <a:chOff x="5230800" y="1504080"/>
              <a:chExt cx="2327760" cy="1769760"/>
            </a:xfrm>
          </p:grpSpPr>
          <p:sp>
            <p:nvSpPr>
              <p:cNvPr id="1400" name="Google Shape;2785;p72"/>
              <p:cNvSpPr/>
              <p:nvPr/>
            </p:nvSpPr>
            <p:spPr>
              <a:xfrm>
                <a:off x="5230800" y="1504080"/>
                <a:ext cx="2327760" cy="17697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2786;p72"/>
              <p:cNvSpPr/>
              <p:nvPr/>
            </p:nvSpPr>
            <p:spPr>
              <a:xfrm>
                <a:off x="7196760" y="1504080"/>
                <a:ext cx="361800" cy="176976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2787;p72"/>
              <p:cNvSpPr/>
              <p:nvPr/>
            </p:nvSpPr>
            <p:spPr>
              <a:xfrm>
                <a:off x="5230800" y="1504080"/>
                <a:ext cx="2327760" cy="1540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3" name="Google Shape;2788;p72"/>
              <p:cNvSpPr/>
              <p:nvPr/>
            </p:nvSpPr>
            <p:spPr>
              <a:xfrm>
                <a:off x="5327640" y="155700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4" name="Google Shape;2789;p72"/>
              <p:cNvSpPr/>
              <p:nvPr/>
            </p:nvSpPr>
            <p:spPr>
              <a:xfrm>
                <a:off x="5424120" y="155700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5" name="Google Shape;2790;p72"/>
              <p:cNvSpPr/>
              <p:nvPr/>
            </p:nvSpPr>
            <p:spPr>
              <a:xfrm>
                <a:off x="5529240" y="155700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2791;p72"/>
              <p:cNvSpPr/>
              <p:nvPr/>
            </p:nvSpPr>
            <p:spPr>
              <a:xfrm>
                <a:off x="5721480" y="1564920"/>
                <a:ext cx="324000" cy="32040"/>
              </a:xfrm>
              <a:custGeom>
                <a:avLst/>
                <a:gdLst>
                  <a:gd name="textAreaLeft" fmla="*/ 0 w 324000"/>
                  <a:gd name="textAreaRight" fmla="*/ 324360 w 324000"/>
                  <a:gd name="textAreaTop" fmla="*/ 0 h 32040"/>
                  <a:gd name="textAreaBottom" fmla="*/ 32400 h 32040"/>
                </a:gdLst>
                <a:ahLst/>
                <a:cxnLst/>
                <a:rect l="textAreaLeft" t="textAreaTop" r="textAreaRight" b="textAreaBottom"/>
                <a:pathLst>
                  <a:path w="129" h="13">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2792;p72"/>
              <p:cNvSpPr/>
              <p:nvPr/>
            </p:nvSpPr>
            <p:spPr>
              <a:xfrm>
                <a:off x="6135120" y="1564920"/>
                <a:ext cx="326520" cy="32040"/>
              </a:xfrm>
              <a:custGeom>
                <a:avLst/>
                <a:gdLst>
                  <a:gd name="textAreaLeft" fmla="*/ 0 w 326520"/>
                  <a:gd name="textAreaRight" fmla="*/ 326880 w 32652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2793;p72"/>
              <p:cNvSpPr/>
              <p:nvPr/>
            </p:nvSpPr>
            <p:spPr>
              <a:xfrm>
                <a:off x="6553080" y="1564920"/>
                <a:ext cx="326520" cy="32040"/>
              </a:xfrm>
              <a:custGeom>
                <a:avLst/>
                <a:gdLst>
                  <a:gd name="textAreaLeft" fmla="*/ 0 w 326520"/>
                  <a:gd name="textAreaRight" fmla="*/ 326880 w 326520"/>
                  <a:gd name="textAreaTop" fmla="*/ 0 h 32040"/>
                  <a:gd name="textAreaBottom" fmla="*/ 32400 h 32040"/>
                </a:gdLst>
                <a:ahLst/>
                <a:cxnLst/>
                <a:rect l="textAreaLeft" t="textAreaTop" r="textAreaRight" b="textAreaBottom"/>
                <a:pathLst>
                  <a:path w="130" h="13">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2794;p72"/>
              <p:cNvSpPr/>
              <p:nvPr/>
            </p:nvSpPr>
            <p:spPr>
              <a:xfrm>
                <a:off x="6968520" y="1564920"/>
                <a:ext cx="326520" cy="32040"/>
              </a:xfrm>
              <a:custGeom>
                <a:avLst/>
                <a:gdLst>
                  <a:gd name="textAreaLeft" fmla="*/ 0 w 326520"/>
                  <a:gd name="textAreaRight" fmla="*/ 326880 w 32652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10" name="Google Shape;2795;p72"/>
            <p:cNvSpPr/>
            <p:nvPr/>
          </p:nvSpPr>
          <p:spPr>
            <a:xfrm>
              <a:off x="5385960" y="1755720"/>
              <a:ext cx="1668600" cy="933480"/>
            </a:xfrm>
            <a:prstGeom prst="rect">
              <a:avLst/>
            </a:prstGeom>
            <a:solidFill>
              <a:srgbClr val="B5B5B5">
                <a:alpha val="34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2796;p72"/>
            <p:cNvSpPr/>
            <p:nvPr/>
          </p:nvSpPr>
          <p:spPr>
            <a:xfrm>
              <a:off x="5972400" y="3660120"/>
              <a:ext cx="1945800" cy="501120"/>
            </a:xfrm>
            <a:custGeom>
              <a:avLst/>
              <a:gdLst>
                <a:gd name="textAreaLeft" fmla="*/ 0 w 1945800"/>
                <a:gd name="textAreaRight" fmla="*/ 1946160 w 1945800"/>
                <a:gd name="textAreaTop" fmla="*/ 0 h 501120"/>
                <a:gd name="textAreaBottom" fmla="*/ 501480 h 501120"/>
              </a:gdLst>
              <a:ahLst/>
              <a:cxnLst/>
              <a:rect l="textAreaLeft" t="textAreaTop" r="textAreaRight" b="textAreaBottom"/>
              <a:pathLst>
                <a:path w="961" h="248">
                  <a:moveTo>
                    <a:pt x="961" y="248"/>
                  </a:moveTo>
                  <a:cubicBezTo>
                    <a:pt x="904" y="105"/>
                    <a:pt x="711" y="0"/>
                    <a:pt x="480" y="0"/>
                  </a:cubicBezTo>
                  <a:cubicBezTo>
                    <a:pt x="250" y="0"/>
                    <a:pt x="56" y="105"/>
                    <a:pt x="0" y="248"/>
                  </a:cubicBezTo>
                  <a:lnTo>
                    <a:pt x="961" y="248"/>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2" name="Google Shape;2797;p72"/>
            <p:cNvSpPr/>
            <p:nvPr/>
          </p:nvSpPr>
          <p:spPr>
            <a:xfrm>
              <a:off x="4960800" y="3303720"/>
              <a:ext cx="1252080" cy="861480"/>
            </a:xfrm>
            <a:custGeom>
              <a:avLst/>
              <a:gdLst>
                <a:gd name="textAreaLeft" fmla="*/ 0 w 1252080"/>
                <a:gd name="textAreaRight" fmla="*/ 1252440 w 1252080"/>
                <a:gd name="textAreaTop" fmla="*/ 0 h 861480"/>
                <a:gd name="textAreaBottom" fmla="*/ 861840 h 861480"/>
              </a:gdLst>
              <a:ahLst/>
              <a:cxnLst/>
              <a:rect l="textAreaLeft" t="textAreaTop" r="textAreaRight" b="textAreaBottom"/>
              <a:pathLst>
                <a:path w="618" h="426">
                  <a:moveTo>
                    <a:pt x="598" y="426"/>
                  </a:moveTo>
                  <a:cubicBezTo>
                    <a:pt x="605" y="396"/>
                    <a:pt x="618" y="332"/>
                    <a:pt x="599" y="289"/>
                  </a:cubicBezTo>
                  <a:cubicBezTo>
                    <a:pt x="572" y="232"/>
                    <a:pt x="552" y="244"/>
                    <a:pt x="558" y="156"/>
                  </a:cubicBezTo>
                  <a:cubicBezTo>
                    <a:pt x="560" y="114"/>
                    <a:pt x="547" y="16"/>
                    <a:pt x="475" y="7"/>
                  </a:cubicBezTo>
                  <a:cubicBezTo>
                    <a:pt x="411" y="0"/>
                    <a:pt x="371" y="70"/>
                    <a:pt x="337" y="124"/>
                  </a:cubicBezTo>
                  <a:cubicBezTo>
                    <a:pt x="303" y="178"/>
                    <a:pt x="261" y="139"/>
                    <a:pt x="234" y="215"/>
                  </a:cubicBezTo>
                  <a:cubicBezTo>
                    <a:pt x="207" y="292"/>
                    <a:pt x="163" y="315"/>
                    <a:pt x="124" y="323"/>
                  </a:cubicBezTo>
                  <a:cubicBezTo>
                    <a:pt x="38" y="340"/>
                    <a:pt x="12" y="363"/>
                    <a:pt x="0" y="426"/>
                  </a:cubicBezTo>
                  <a:lnTo>
                    <a:pt x="598" y="426"/>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13" name="Google Shape;2798;p72"/>
            <p:cNvGrpSpPr/>
            <p:nvPr/>
          </p:nvGrpSpPr>
          <p:grpSpPr>
            <a:xfrm>
              <a:off x="4608000" y="1282680"/>
              <a:ext cx="188280" cy="188640"/>
              <a:chOff x="4608000" y="1282680"/>
              <a:chExt cx="188280" cy="188640"/>
            </a:xfrm>
          </p:grpSpPr>
          <p:sp>
            <p:nvSpPr>
              <p:cNvPr id="1414" name="Google Shape;2799;p72"/>
              <p:cNvSpPr/>
              <p:nvPr/>
            </p:nvSpPr>
            <p:spPr>
              <a:xfrm>
                <a:off x="467856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5" name="Google Shape;2800;p72"/>
              <p:cNvSpPr/>
              <p:nvPr/>
            </p:nvSpPr>
            <p:spPr>
              <a:xfrm>
                <a:off x="474732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6" name="Google Shape;2801;p72"/>
              <p:cNvSpPr/>
              <p:nvPr/>
            </p:nvSpPr>
            <p:spPr>
              <a:xfrm>
                <a:off x="4608000" y="1371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2802;p72"/>
              <p:cNvSpPr/>
              <p:nvPr/>
            </p:nvSpPr>
            <p:spPr>
              <a:xfrm>
                <a:off x="4695480" y="1353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8" name="Google Shape;2803;p72"/>
              <p:cNvSpPr/>
              <p:nvPr/>
            </p:nvSpPr>
            <p:spPr>
              <a:xfrm>
                <a:off x="4695480" y="14234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9" name="Google Shape;2804;p72"/>
              <p:cNvSpPr/>
              <p:nvPr/>
            </p:nvSpPr>
            <p:spPr>
              <a:xfrm>
                <a:off x="4695480" y="1282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0" name="Google Shape;2805;p72"/>
            <p:cNvGrpSpPr/>
            <p:nvPr/>
          </p:nvGrpSpPr>
          <p:grpSpPr>
            <a:xfrm>
              <a:off x="5484960" y="564120"/>
              <a:ext cx="326880" cy="327960"/>
              <a:chOff x="5484960" y="564120"/>
              <a:chExt cx="326880" cy="327960"/>
            </a:xfrm>
          </p:grpSpPr>
          <p:sp>
            <p:nvSpPr>
              <p:cNvPr id="1421" name="Google Shape;2806;p72"/>
              <p:cNvSpPr/>
              <p:nvPr/>
            </p:nvSpPr>
            <p:spPr>
              <a:xfrm>
                <a:off x="562608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2" name="Google Shape;2807;p72"/>
              <p:cNvSpPr/>
              <p:nvPr/>
            </p:nvSpPr>
            <p:spPr>
              <a:xfrm>
                <a:off x="5694840" y="722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2808;p72"/>
              <p:cNvSpPr/>
              <p:nvPr/>
            </p:nvSpPr>
            <p:spPr>
              <a:xfrm>
                <a:off x="5763960" y="7228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4" name="Google Shape;2809;p72"/>
              <p:cNvSpPr/>
              <p:nvPr/>
            </p:nvSpPr>
            <p:spPr>
              <a:xfrm>
                <a:off x="5555880" y="7228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5" name="Google Shape;2810;p72"/>
              <p:cNvSpPr/>
              <p:nvPr/>
            </p:nvSpPr>
            <p:spPr>
              <a:xfrm>
                <a:off x="548496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6" name="Google Shape;2811;p72"/>
              <p:cNvSpPr/>
              <p:nvPr/>
            </p:nvSpPr>
            <p:spPr>
              <a:xfrm>
                <a:off x="5643360" y="70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2812;p72"/>
              <p:cNvSpPr/>
              <p:nvPr/>
            </p:nvSpPr>
            <p:spPr>
              <a:xfrm>
                <a:off x="5643360" y="77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2813;p72"/>
              <p:cNvSpPr/>
              <p:nvPr/>
            </p:nvSpPr>
            <p:spPr>
              <a:xfrm>
                <a:off x="5643360" y="8427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2814;p72"/>
              <p:cNvSpPr/>
              <p:nvPr/>
            </p:nvSpPr>
            <p:spPr>
              <a:xfrm>
                <a:off x="5643360" y="63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2815;p72"/>
              <p:cNvSpPr/>
              <p:nvPr/>
            </p:nvSpPr>
            <p:spPr>
              <a:xfrm>
                <a:off x="5643360" y="56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31" name="Google Shape;2816;p72"/>
            <p:cNvGrpSpPr/>
            <p:nvPr/>
          </p:nvGrpSpPr>
          <p:grpSpPr>
            <a:xfrm>
              <a:off x="4748040" y="3362040"/>
              <a:ext cx="572760" cy="803520"/>
              <a:chOff x="4748040" y="3362040"/>
              <a:chExt cx="572760" cy="803520"/>
            </a:xfrm>
          </p:grpSpPr>
          <p:grpSp>
            <p:nvGrpSpPr>
              <p:cNvPr id="1432" name="Google Shape;2817;p72"/>
              <p:cNvGrpSpPr/>
              <p:nvPr/>
            </p:nvGrpSpPr>
            <p:grpSpPr>
              <a:xfrm>
                <a:off x="4748040" y="3362040"/>
                <a:ext cx="572760" cy="467280"/>
                <a:chOff x="4748040" y="3362040"/>
                <a:chExt cx="572760" cy="467280"/>
              </a:xfrm>
            </p:grpSpPr>
            <p:sp>
              <p:nvSpPr>
                <p:cNvPr id="1433" name="Google Shape;2818;p72"/>
                <p:cNvSpPr/>
                <p:nvPr/>
              </p:nvSpPr>
              <p:spPr>
                <a:xfrm>
                  <a:off x="4922640" y="3362040"/>
                  <a:ext cx="302760" cy="84600"/>
                </a:xfrm>
                <a:custGeom>
                  <a:avLst/>
                  <a:gdLst>
                    <a:gd name="textAreaLeft" fmla="*/ 0 w 302760"/>
                    <a:gd name="textAreaRight" fmla="*/ 303120 w 302760"/>
                    <a:gd name="textAreaTop" fmla="*/ 0 h 84600"/>
                    <a:gd name="textAreaBottom" fmla="*/ 84960 h 84600"/>
                  </a:gdLst>
                  <a:ahLst/>
                  <a:cxnLst/>
                  <a:rect l="textAreaLeft" t="textAreaTop" r="textAreaRight" b="textAreaBottom"/>
                  <a:pathLst>
                    <a:path w="264" h="74">
                      <a:moveTo>
                        <a:pt x="183" y="0"/>
                      </a:moveTo>
                      <a:cubicBezTo>
                        <a:pt x="73" y="0"/>
                        <a:pt x="73" y="0"/>
                        <a:pt x="73" y="0"/>
                      </a:cubicBezTo>
                      <a:cubicBezTo>
                        <a:pt x="63" y="0"/>
                        <a:pt x="53" y="5"/>
                        <a:pt x="47" y="13"/>
                      </a:cubicBezTo>
                      <a:cubicBezTo>
                        <a:pt x="0" y="74"/>
                        <a:pt x="0" y="74"/>
                        <a:pt x="0" y="74"/>
                      </a:cubicBezTo>
                      <a:cubicBezTo>
                        <a:pt x="264" y="74"/>
                        <a:pt x="264" y="74"/>
                        <a:pt x="264" y="74"/>
                      </a:cubicBezTo>
                      <a:cubicBezTo>
                        <a:pt x="222" y="19"/>
                        <a:pt x="222" y="19"/>
                        <a:pt x="222" y="19"/>
                      </a:cubicBezTo>
                      <a:cubicBezTo>
                        <a:pt x="213" y="7"/>
                        <a:pt x="198" y="0"/>
                        <a:pt x="18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4" name="Google Shape;2819;p72"/>
                <p:cNvSpPr/>
                <p:nvPr/>
              </p:nvSpPr>
              <p:spPr>
                <a:xfrm>
                  <a:off x="4965480" y="3362040"/>
                  <a:ext cx="260280" cy="84600"/>
                </a:xfrm>
                <a:custGeom>
                  <a:avLst/>
                  <a:gdLst>
                    <a:gd name="textAreaLeft" fmla="*/ 0 w 260280"/>
                    <a:gd name="textAreaRight" fmla="*/ 260640 w 260280"/>
                    <a:gd name="textAreaTop" fmla="*/ 0 h 84600"/>
                    <a:gd name="textAreaBottom" fmla="*/ 84960 h 84600"/>
                  </a:gdLst>
                  <a:ahLst/>
                  <a:cxnLst/>
                  <a:rect l="textAreaLeft" t="textAreaTop" r="textAreaRight" b="textAreaBottom"/>
                  <a:pathLst>
                    <a:path w="227" h="74">
                      <a:moveTo>
                        <a:pt x="154" y="0"/>
                      </a:moveTo>
                      <a:cubicBezTo>
                        <a:pt x="73" y="0"/>
                        <a:pt x="73" y="0"/>
                        <a:pt x="73" y="0"/>
                      </a:cubicBezTo>
                      <a:cubicBezTo>
                        <a:pt x="63" y="0"/>
                        <a:pt x="53" y="5"/>
                        <a:pt x="47" y="13"/>
                      </a:cubicBezTo>
                      <a:cubicBezTo>
                        <a:pt x="0" y="74"/>
                        <a:pt x="0" y="74"/>
                        <a:pt x="0" y="74"/>
                      </a:cubicBezTo>
                      <a:cubicBezTo>
                        <a:pt x="227" y="74"/>
                        <a:pt x="227" y="74"/>
                        <a:pt x="227" y="74"/>
                      </a:cubicBezTo>
                      <a:cubicBezTo>
                        <a:pt x="180" y="13"/>
                        <a:pt x="180" y="13"/>
                        <a:pt x="180" y="13"/>
                      </a:cubicBezTo>
                      <a:cubicBezTo>
                        <a:pt x="174" y="5"/>
                        <a:pt x="164" y="0"/>
                        <a:pt x="1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5" name="Google Shape;2820;p72"/>
                <p:cNvSpPr/>
                <p:nvPr/>
              </p:nvSpPr>
              <p:spPr>
                <a:xfrm>
                  <a:off x="4748040" y="3435480"/>
                  <a:ext cx="572760" cy="393840"/>
                </a:xfrm>
                <a:custGeom>
                  <a:avLst/>
                  <a:gdLst>
                    <a:gd name="textAreaLeft" fmla="*/ 0 w 572760"/>
                    <a:gd name="textAreaRight" fmla="*/ 573120 w 572760"/>
                    <a:gd name="textAreaTop" fmla="*/ 0 h 393840"/>
                    <a:gd name="textAreaBottom" fmla="*/ 394200 h 393840"/>
                  </a:gdLst>
                  <a:ahLst/>
                  <a:cxnLst/>
                  <a:rect l="textAreaLeft" t="textAreaTop" r="textAreaRight" b="textAreaBottom"/>
                  <a:pathLst>
                    <a:path w="499" h="343">
                      <a:moveTo>
                        <a:pt x="485" y="343"/>
                      </a:moveTo>
                      <a:cubicBezTo>
                        <a:pt x="14" y="343"/>
                        <a:pt x="14" y="343"/>
                        <a:pt x="14" y="343"/>
                      </a:cubicBezTo>
                      <a:cubicBezTo>
                        <a:pt x="7" y="343"/>
                        <a:pt x="0" y="337"/>
                        <a:pt x="0" y="330"/>
                      </a:cubicBezTo>
                      <a:cubicBezTo>
                        <a:pt x="0" y="13"/>
                        <a:pt x="0" y="13"/>
                        <a:pt x="0" y="13"/>
                      </a:cubicBezTo>
                      <a:cubicBezTo>
                        <a:pt x="0" y="6"/>
                        <a:pt x="7" y="0"/>
                        <a:pt x="14" y="0"/>
                      </a:cubicBezTo>
                      <a:cubicBezTo>
                        <a:pt x="485" y="0"/>
                        <a:pt x="485" y="0"/>
                        <a:pt x="485" y="0"/>
                      </a:cubicBezTo>
                      <a:cubicBezTo>
                        <a:pt x="493" y="0"/>
                        <a:pt x="499" y="6"/>
                        <a:pt x="499" y="13"/>
                      </a:cubicBezTo>
                      <a:cubicBezTo>
                        <a:pt x="499" y="330"/>
                        <a:pt x="499" y="330"/>
                        <a:pt x="499" y="330"/>
                      </a:cubicBezTo>
                      <a:cubicBezTo>
                        <a:pt x="499" y="337"/>
                        <a:pt x="493" y="343"/>
                        <a:pt x="485" y="34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6" name="Google Shape;2821;p72"/>
                <p:cNvSpPr/>
                <p:nvPr/>
              </p:nvSpPr>
              <p:spPr>
                <a:xfrm>
                  <a:off x="4748040" y="3435480"/>
                  <a:ext cx="121680" cy="393840"/>
                </a:xfrm>
                <a:custGeom>
                  <a:avLst/>
                  <a:gdLst>
                    <a:gd name="textAreaLeft" fmla="*/ 0 w 121680"/>
                    <a:gd name="textAreaRight" fmla="*/ 122040 w 121680"/>
                    <a:gd name="textAreaTop" fmla="*/ 0 h 393840"/>
                    <a:gd name="textAreaBottom" fmla="*/ 394200 h 393840"/>
                  </a:gdLst>
                  <a:ahLst/>
                  <a:cxnLst/>
                  <a:rect l="textAreaLeft" t="textAreaTop" r="textAreaRight" b="textAreaBottom"/>
                  <a:pathLst>
                    <a:path w="106" h="343">
                      <a:moveTo>
                        <a:pt x="106" y="343"/>
                      </a:moveTo>
                      <a:cubicBezTo>
                        <a:pt x="14" y="343"/>
                        <a:pt x="14" y="343"/>
                        <a:pt x="14" y="343"/>
                      </a:cubicBezTo>
                      <a:cubicBezTo>
                        <a:pt x="6" y="343"/>
                        <a:pt x="0" y="337"/>
                        <a:pt x="0" y="330"/>
                      </a:cubicBezTo>
                      <a:cubicBezTo>
                        <a:pt x="0" y="13"/>
                        <a:pt x="0" y="13"/>
                        <a:pt x="0" y="13"/>
                      </a:cubicBezTo>
                      <a:cubicBezTo>
                        <a:pt x="0" y="6"/>
                        <a:pt x="6" y="0"/>
                        <a:pt x="14" y="0"/>
                      </a:cubicBezTo>
                      <a:cubicBezTo>
                        <a:pt x="106" y="0"/>
                        <a:pt x="106" y="0"/>
                        <a:pt x="106" y="0"/>
                      </a:cubicBezTo>
                      <a:lnTo>
                        <a:pt x="106" y="343"/>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7" name="Google Shape;2822;p72"/>
                <p:cNvSpPr/>
                <p:nvPr/>
              </p:nvSpPr>
              <p:spPr>
                <a:xfrm>
                  <a:off x="4928760" y="3465720"/>
                  <a:ext cx="333720" cy="3337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2823;p72"/>
                <p:cNvSpPr/>
                <p:nvPr/>
              </p:nvSpPr>
              <p:spPr>
                <a:xfrm>
                  <a:off x="4971960" y="3509280"/>
                  <a:ext cx="246600" cy="2466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2824;p72"/>
                <p:cNvSpPr/>
                <p:nvPr/>
              </p:nvSpPr>
              <p:spPr>
                <a:xfrm>
                  <a:off x="4987080" y="3524040"/>
                  <a:ext cx="216720" cy="2167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0" name="Google Shape;2825;p72"/>
                <p:cNvSpPr/>
                <p:nvPr/>
              </p:nvSpPr>
              <p:spPr>
                <a:xfrm>
                  <a:off x="5151600" y="3601080"/>
                  <a:ext cx="22320" cy="23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8640" bIns="8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2826;p72"/>
                <p:cNvSpPr/>
                <p:nvPr/>
              </p:nvSpPr>
              <p:spPr>
                <a:xfrm>
                  <a:off x="5113440" y="3555000"/>
                  <a:ext cx="42120" cy="414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14760" bIns="147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42" name="Google Shape;2827;p72"/>
              <p:cNvGrpSpPr/>
              <p:nvPr/>
            </p:nvGrpSpPr>
            <p:grpSpPr>
              <a:xfrm>
                <a:off x="4778640" y="3813840"/>
                <a:ext cx="511560" cy="351720"/>
                <a:chOff x="4778640" y="3813840"/>
                <a:chExt cx="511560" cy="351720"/>
              </a:xfrm>
            </p:grpSpPr>
            <p:sp>
              <p:nvSpPr>
                <p:cNvPr id="1443" name="Google Shape;2828;p72"/>
                <p:cNvSpPr/>
                <p:nvPr/>
              </p:nvSpPr>
              <p:spPr>
                <a:xfrm>
                  <a:off x="5018400" y="3873960"/>
                  <a:ext cx="30600" cy="478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2829;p72"/>
                <p:cNvSpPr/>
                <p:nvPr/>
              </p:nvSpPr>
              <p:spPr>
                <a:xfrm>
                  <a:off x="4941720" y="3850560"/>
                  <a:ext cx="76680" cy="73440"/>
                </a:xfrm>
                <a:custGeom>
                  <a:avLst/>
                  <a:gdLst>
                    <a:gd name="textAreaLeft" fmla="*/ 0 w 76680"/>
                    <a:gd name="textAreaRight" fmla="*/ 77040 w 76680"/>
                    <a:gd name="textAreaTop" fmla="*/ 0 h 73440"/>
                    <a:gd name="textAreaBottom" fmla="*/ 73800 h 73440"/>
                  </a:gdLst>
                  <a:ahLst/>
                  <a:cxnLst/>
                  <a:rect l="textAreaLeft" t="textAreaTop" r="textAreaRight" b="textAreaBottom"/>
                  <a:pathLst>
                    <a:path w="102" h="98">
                      <a:moveTo>
                        <a:pt x="38" y="98"/>
                      </a:moveTo>
                      <a:lnTo>
                        <a:pt x="0" y="98"/>
                      </a:lnTo>
                      <a:lnTo>
                        <a:pt x="64" y="0"/>
                      </a:lnTo>
                      <a:lnTo>
                        <a:pt x="102" y="0"/>
                      </a:lnTo>
                      <a:lnTo>
                        <a:pt x="38"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5" name="Google Shape;2830;p72"/>
                <p:cNvSpPr/>
                <p:nvPr/>
              </p:nvSpPr>
              <p:spPr>
                <a:xfrm>
                  <a:off x="5050800" y="3850560"/>
                  <a:ext cx="74880" cy="73440"/>
                </a:xfrm>
                <a:custGeom>
                  <a:avLst/>
                  <a:gdLst>
                    <a:gd name="textAreaLeft" fmla="*/ 0 w 74880"/>
                    <a:gd name="textAreaRight" fmla="*/ 75240 w 74880"/>
                    <a:gd name="textAreaTop" fmla="*/ 0 h 73440"/>
                    <a:gd name="textAreaBottom" fmla="*/ 73800 h 73440"/>
                  </a:gdLst>
                  <a:ahLst/>
                  <a:cxnLst/>
                  <a:rect l="textAreaLeft" t="textAreaTop" r="textAreaRight" b="textAreaBottom"/>
                  <a:pathLst>
                    <a:path w="100" h="98">
                      <a:moveTo>
                        <a:pt x="64" y="98"/>
                      </a:moveTo>
                      <a:lnTo>
                        <a:pt x="100" y="98"/>
                      </a:lnTo>
                      <a:lnTo>
                        <a:pt x="36" y="0"/>
                      </a:lnTo>
                      <a:lnTo>
                        <a:pt x="0" y="0"/>
                      </a:lnTo>
                      <a:lnTo>
                        <a:pt x="64"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6" name="Google Shape;2831;p72"/>
                <p:cNvSpPr/>
                <p:nvPr/>
              </p:nvSpPr>
              <p:spPr>
                <a:xfrm>
                  <a:off x="4988520" y="3813840"/>
                  <a:ext cx="90720" cy="67680"/>
                </a:xfrm>
                <a:custGeom>
                  <a:avLst/>
                  <a:gdLst>
                    <a:gd name="textAreaLeft" fmla="*/ 0 w 90720"/>
                    <a:gd name="textAreaRight" fmla="*/ 91080 w 90720"/>
                    <a:gd name="textAreaTop" fmla="*/ 0 h 67680"/>
                    <a:gd name="textAreaBottom" fmla="*/ 68040 h 67680"/>
                  </a:gdLst>
                  <a:ahLst/>
                  <a:cxnLst/>
                  <a:rect l="textAreaLeft" t="textAreaTop" r="textAreaRight" b="textAreaBottom"/>
                  <a:pathLst>
                    <a:path w="51" h="38">
                      <a:moveTo>
                        <a:pt x="33" y="38"/>
                      </a:moveTo>
                      <a:cubicBezTo>
                        <a:pt x="19" y="38"/>
                        <a:pt x="19" y="38"/>
                        <a:pt x="19" y="38"/>
                      </a:cubicBezTo>
                      <a:cubicBezTo>
                        <a:pt x="8" y="38"/>
                        <a:pt x="0" y="30"/>
                        <a:pt x="0" y="20"/>
                      </a:cubicBezTo>
                      <a:cubicBezTo>
                        <a:pt x="0" y="0"/>
                        <a:pt x="0" y="0"/>
                        <a:pt x="0" y="0"/>
                      </a:cubicBezTo>
                      <a:cubicBezTo>
                        <a:pt x="51" y="0"/>
                        <a:pt x="51" y="0"/>
                        <a:pt x="51" y="0"/>
                      </a:cubicBezTo>
                      <a:cubicBezTo>
                        <a:pt x="51" y="20"/>
                        <a:pt x="51" y="20"/>
                        <a:pt x="51" y="20"/>
                      </a:cubicBezTo>
                      <a:cubicBezTo>
                        <a:pt x="51" y="30"/>
                        <a:pt x="43" y="38"/>
                        <a:pt x="33" y="3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7" name="Google Shape;2832;p72"/>
                <p:cNvSpPr/>
                <p:nvPr/>
              </p:nvSpPr>
              <p:spPr>
                <a:xfrm>
                  <a:off x="5009400" y="3904920"/>
                  <a:ext cx="47880" cy="260640"/>
                </a:xfrm>
                <a:custGeom>
                  <a:avLst/>
                  <a:gdLst>
                    <a:gd name="textAreaLeft" fmla="*/ 0 w 47880"/>
                    <a:gd name="textAreaRight" fmla="*/ 48240 w 47880"/>
                    <a:gd name="textAreaTop" fmla="*/ 0 h 260640"/>
                    <a:gd name="textAreaBottom" fmla="*/ 261000 h 260640"/>
                  </a:gdLst>
                  <a:ahLst/>
                  <a:cxnLst/>
                  <a:rect l="textAreaLeft" t="textAreaTop" r="textAreaRight" b="textAreaBottom"/>
                  <a:pathLst>
                    <a:path w="27" h="146">
                      <a:moveTo>
                        <a:pt x="21" y="146"/>
                      </a:moveTo>
                      <a:cubicBezTo>
                        <a:pt x="6" y="146"/>
                        <a:pt x="6" y="146"/>
                        <a:pt x="6" y="146"/>
                      </a:cubicBezTo>
                      <a:cubicBezTo>
                        <a:pt x="3" y="146"/>
                        <a:pt x="0" y="143"/>
                        <a:pt x="0" y="140"/>
                      </a:cubicBezTo>
                      <a:cubicBezTo>
                        <a:pt x="0" y="6"/>
                        <a:pt x="0" y="6"/>
                        <a:pt x="0" y="6"/>
                      </a:cubicBezTo>
                      <a:cubicBezTo>
                        <a:pt x="0" y="3"/>
                        <a:pt x="3" y="0"/>
                        <a:pt x="6" y="0"/>
                      </a:cubicBezTo>
                      <a:cubicBezTo>
                        <a:pt x="21" y="0"/>
                        <a:pt x="21" y="0"/>
                        <a:pt x="21" y="0"/>
                      </a:cubicBezTo>
                      <a:cubicBezTo>
                        <a:pt x="24" y="0"/>
                        <a:pt x="27" y="3"/>
                        <a:pt x="27" y="6"/>
                      </a:cubicBezTo>
                      <a:cubicBezTo>
                        <a:pt x="27" y="140"/>
                        <a:pt x="27" y="140"/>
                        <a:pt x="27" y="140"/>
                      </a:cubicBezTo>
                      <a:cubicBezTo>
                        <a:pt x="27" y="143"/>
                        <a:pt x="24" y="146"/>
                        <a:pt x="21"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8" name="Google Shape;2833;p72"/>
                <p:cNvSpPr/>
                <p:nvPr/>
              </p:nvSpPr>
              <p:spPr>
                <a:xfrm>
                  <a:off x="4778640" y="3904920"/>
                  <a:ext cx="209160" cy="260640"/>
                </a:xfrm>
                <a:custGeom>
                  <a:avLst/>
                  <a:gdLst>
                    <a:gd name="textAreaLeft" fmla="*/ 0 w 209160"/>
                    <a:gd name="textAreaRight" fmla="*/ 209520 w 209160"/>
                    <a:gd name="textAreaTop" fmla="*/ 0 h 260640"/>
                    <a:gd name="textAreaBottom" fmla="*/ 261000 h 260640"/>
                  </a:gdLst>
                  <a:ahLst/>
                  <a:cxnLst/>
                  <a:rect l="textAreaLeft" t="textAreaTop" r="textAreaRight" b="textAreaBottom"/>
                  <a:pathLst>
                    <a:path w="117" h="146">
                      <a:moveTo>
                        <a:pt x="18" y="146"/>
                      </a:moveTo>
                      <a:cubicBezTo>
                        <a:pt x="4" y="146"/>
                        <a:pt x="4" y="146"/>
                        <a:pt x="4" y="146"/>
                      </a:cubicBezTo>
                      <a:cubicBezTo>
                        <a:pt x="1" y="146"/>
                        <a:pt x="0" y="143"/>
                        <a:pt x="2" y="140"/>
                      </a:cubicBezTo>
                      <a:cubicBezTo>
                        <a:pt x="89" y="6"/>
                        <a:pt x="89" y="6"/>
                        <a:pt x="89" y="6"/>
                      </a:cubicBezTo>
                      <a:cubicBezTo>
                        <a:pt x="91" y="3"/>
                        <a:pt x="96" y="0"/>
                        <a:pt x="99" y="0"/>
                      </a:cubicBezTo>
                      <a:cubicBezTo>
                        <a:pt x="113" y="0"/>
                        <a:pt x="113" y="0"/>
                        <a:pt x="113" y="0"/>
                      </a:cubicBezTo>
                      <a:cubicBezTo>
                        <a:pt x="117" y="0"/>
                        <a:pt x="117" y="3"/>
                        <a:pt x="115" y="6"/>
                      </a:cubicBezTo>
                      <a:cubicBezTo>
                        <a:pt x="28" y="140"/>
                        <a:pt x="28" y="140"/>
                        <a:pt x="28" y="140"/>
                      </a:cubicBezTo>
                      <a:cubicBezTo>
                        <a:pt x="26" y="143"/>
                        <a:pt x="22" y="146"/>
                        <a:pt x="18"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9" name="Google Shape;2834;p72"/>
                <p:cNvSpPr/>
                <p:nvPr/>
              </p:nvSpPr>
              <p:spPr>
                <a:xfrm>
                  <a:off x="5079600" y="3904920"/>
                  <a:ext cx="210600" cy="260640"/>
                </a:xfrm>
                <a:custGeom>
                  <a:avLst/>
                  <a:gdLst>
                    <a:gd name="textAreaLeft" fmla="*/ 0 w 210600"/>
                    <a:gd name="textAreaRight" fmla="*/ 210960 w 210600"/>
                    <a:gd name="textAreaTop" fmla="*/ 0 h 260640"/>
                    <a:gd name="textAreaBottom" fmla="*/ 261000 h 260640"/>
                  </a:gdLst>
                  <a:ahLst/>
                  <a:cxnLst/>
                  <a:rect l="textAreaLeft" t="textAreaTop" r="textAreaRight" b="textAreaBottom"/>
                  <a:pathLst>
                    <a:path w="118" h="146">
                      <a:moveTo>
                        <a:pt x="99" y="146"/>
                      </a:moveTo>
                      <a:cubicBezTo>
                        <a:pt x="113" y="146"/>
                        <a:pt x="113" y="146"/>
                        <a:pt x="113" y="146"/>
                      </a:cubicBezTo>
                      <a:cubicBezTo>
                        <a:pt x="117" y="146"/>
                        <a:pt x="118" y="143"/>
                        <a:pt x="115" y="140"/>
                      </a:cubicBezTo>
                      <a:cubicBezTo>
                        <a:pt x="28" y="6"/>
                        <a:pt x="28" y="6"/>
                        <a:pt x="28" y="6"/>
                      </a:cubicBezTo>
                      <a:cubicBezTo>
                        <a:pt x="26" y="3"/>
                        <a:pt x="22" y="0"/>
                        <a:pt x="18" y="0"/>
                      </a:cubicBezTo>
                      <a:cubicBezTo>
                        <a:pt x="4" y="0"/>
                        <a:pt x="4" y="0"/>
                        <a:pt x="4" y="0"/>
                      </a:cubicBezTo>
                      <a:cubicBezTo>
                        <a:pt x="1" y="0"/>
                        <a:pt x="0" y="3"/>
                        <a:pt x="2" y="6"/>
                      </a:cubicBezTo>
                      <a:cubicBezTo>
                        <a:pt x="89" y="140"/>
                        <a:pt x="89" y="140"/>
                        <a:pt x="89" y="140"/>
                      </a:cubicBezTo>
                      <a:cubicBezTo>
                        <a:pt x="91" y="143"/>
                        <a:pt x="96" y="146"/>
                        <a:pt x="99"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cxnSp>
          <p:nvCxnSpPr>
            <p:cNvPr id="1450" name="Google Shape;2835;p72"/>
            <p:cNvCxnSpPr/>
            <p:nvPr/>
          </p:nvCxnSpPr>
          <p:spPr>
            <a:xfrm>
              <a:off x="4632840" y="4165560"/>
              <a:ext cx="4032720" cy="360"/>
            </a:xfrm>
            <a:prstGeom prst="straightConnector1">
              <a:avLst/>
            </a:prstGeom>
            <a:ln w="9525">
              <a:solidFill>
                <a:srgbClr val="FFFEF4"/>
              </a:solidFill>
              <a:round/>
            </a:ln>
          </p:spPr>
        </p:cxnSp>
        <p:sp>
          <p:nvSpPr>
            <p:cNvPr id="1451" name="Google Shape;2836;p72"/>
            <p:cNvSpPr/>
            <p:nvPr/>
          </p:nvSpPr>
          <p:spPr>
            <a:xfrm>
              <a:off x="6750360" y="1296000"/>
              <a:ext cx="928440" cy="802800"/>
            </a:xfrm>
            <a:custGeom>
              <a:avLst/>
              <a:gdLst>
                <a:gd name="textAreaLeft" fmla="*/ 0 w 928440"/>
                <a:gd name="textAreaRight" fmla="*/ 928800 w 928440"/>
                <a:gd name="textAreaTop" fmla="*/ 0 h 802800"/>
                <a:gd name="textAreaBottom" fmla="*/ 803160 h 802800"/>
              </a:gdLst>
              <a:ahLst/>
              <a:cxnLst/>
              <a:rect l="textAreaLeft" t="textAreaTop" r="textAreaRight" b="textAreaBottom"/>
              <a:pathLst>
                <a:path w="302" h="260">
                  <a:moveTo>
                    <a:pt x="284" y="0"/>
                  </a:moveTo>
                  <a:cubicBezTo>
                    <a:pt x="18" y="0"/>
                    <a:pt x="18" y="0"/>
                    <a:pt x="18" y="0"/>
                  </a:cubicBezTo>
                  <a:cubicBezTo>
                    <a:pt x="8" y="0"/>
                    <a:pt x="0" y="7"/>
                    <a:pt x="0" y="17"/>
                  </a:cubicBezTo>
                  <a:cubicBezTo>
                    <a:pt x="0" y="184"/>
                    <a:pt x="0" y="184"/>
                    <a:pt x="0" y="184"/>
                  </a:cubicBezTo>
                  <a:cubicBezTo>
                    <a:pt x="0" y="194"/>
                    <a:pt x="8" y="202"/>
                    <a:pt x="18" y="202"/>
                  </a:cubicBezTo>
                  <a:cubicBezTo>
                    <a:pt x="23" y="202"/>
                    <a:pt x="23" y="202"/>
                    <a:pt x="23" y="202"/>
                  </a:cubicBezTo>
                  <a:cubicBezTo>
                    <a:pt x="23" y="255"/>
                    <a:pt x="23" y="255"/>
                    <a:pt x="23" y="255"/>
                  </a:cubicBezTo>
                  <a:cubicBezTo>
                    <a:pt x="23" y="258"/>
                    <a:pt x="27" y="260"/>
                    <a:pt x="29" y="257"/>
                  </a:cubicBezTo>
                  <a:cubicBezTo>
                    <a:pt x="64" y="202"/>
                    <a:pt x="64" y="202"/>
                    <a:pt x="64" y="202"/>
                  </a:cubicBezTo>
                  <a:cubicBezTo>
                    <a:pt x="284" y="202"/>
                    <a:pt x="284" y="202"/>
                    <a:pt x="284" y="202"/>
                  </a:cubicBezTo>
                  <a:cubicBezTo>
                    <a:pt x="294" y="202"/>
                    <a:pt x="302" y="194"/>
                    <a:pt x="302" y="184"/>
                  </a:cubicBezTo>
                  <a:cubicBezTo>
                    <a:pt x="302" y="17"/>
                    <a:pt x="302" y="17"/>
                    <a:pt x="302" y="17"/>
                  </a:cubicBezTo>
                  <a:cubicBezTo>
                    <a:pt x="302" y="7"/>
                    <a:pt x="294" y="0"/>
                    <a:pt x="28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52" name="Google Shape;2837;p72"/>
            <p:cNvGrpSpPr/>
            <p:nvPr/>
          </p:nvGrpSpPr>
          <p:grpSpPr>
            <a:xfrm>
              <a:off x="6882120" y="834840"/>
              <a:ext cx="1260000" cy="1263960"/>
              <a:chOff x="6882120" y="834840"/>
              <a:chExt cx="1260000" cy="1263960"/>
            </a:xfrm>
          </p:grpSpPr>
          <p:sp>
            <p:nvSpPr>
              <p:cNvPr id="1453" name="Google Shape;2838;p72"/>
              <p:cNvSpPr/>
              <p:nvPr/>
            </p:nvSpPr>
            <p:spPr>
              <a:xfrm>
                <a:off x="6882120" y="834840"/>
                <a:ext cx="709920" cy="322200"/>
              </a:xfrm>
              <a:custGeom>
                <a:avLst/>
                <a:gdLst>
                  <a:gd name="textAreaLeft" fmla="*/ 0 w 709920"/>
                  <a:gd name="textAreaRight" fmla="*/ 710280 w 709920"/>
                  <a:gd name="textAreaTop" fmla="*/ 0 h 322200"/>
                  <a:gd name="textAreaBottom" fmla="*/ 322560 h 322200"/>
                </a:gdLst>
                <a:ahLst/>
                <a:cxnLst/>
                <a:rect l="textAreaLeft" t="textAreaTop" r="textAreaRight" b="textAreaBottom"/>
                <a:pathLst>
                  <a:path w="968" h="439">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2839;p72"/>
              <p:cNvSpPr/>
              <p:nvPr/>
            </p:nvSpPr>
            <p:spPr>
              <a:xfrm>
                <a:off x="7592760" y="184932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55" name="Google Shape;2840;p72"/>
            <p:cNvSpPr/>
            <p:nvPr/>
          </p:nvSpPr>
          <p:spPr>
            <a:xfrm>
              <a:off x="5638680" y="1861560"/>
              <a:ext cx="273960" cy="72180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6" name="Google Shape;2841;p72"/>
            <p:cNvSpPr/>
            <p:nvPr/>
          </p:nvSpPr>
          <p:spPr>
            <a:xfrm>
              <a:off x="5410800" y="2458080"/>
              <a:ext cx="698040" cy="347400"/>
            </a:xfrm>
            <a:custGeom>
              <a:avLst/>
              <a:gdLst>
                <a:gd name="textAreaLeft" fmla="*/ 0 w 698040"/>
                <a:gd name="textAreaRight" fmla="*/ 698400 w 698040"/>
                <a:gd name="textAreaTop" fmla="*/ 0 h 347400"/>
                <a:gd name="textAreaBottom" fmla="*/ 347760 h 347400"/>
              </a:gdLst>
              <a:ahLst/>
              <a:cxnLst/>
              <a:rect l="textAreaLeft" t="textAreaTop" r="textAreaRight" b="textAreaBottom"/>
              <a:pathLst>
                <a:path w="227" h="113">
                  <a:moveTo>
                    <a:pt x="114" y="0"/>
                  </a:moveTo>
                  <a:cubicBezTo>
                    <a:pt x="51" y="0"/>
                    <a:pt x="0" y="51"/>
                    <a:pt x="0" y="113"/>
                  </a:cubicBezTo>
                  <a:cubicBezTo>
                    <a:pt x="227" y="113"/>
                    <a:pt x="227" y="113"/>
                    <a:pt x="227" y="113"/>
                  </a:cubicBezTo>
                  <a:cubicBezTo>
                    <a:pt x="227" y="51"/>
                    <a:pt x="176" y="0"/>
                    <a:pt x="11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7" name="Google Shape;2842;p72"/>
            <p:cNvSpPr/>
            <p:nvPr/>
          </p:nvSpPr>
          <p:spPr>
            <a:xfrm>
              <a:off x="6048720" y="1861560"/>
              <a:ext cx="190080" cy="1915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58" name="Google Shape;2843;p72"/>
            <p:cNvGrpSpPr/>
            <p:nvPr/>
          </p:nvGrpSpPr>
          <p:grpSpPr>
            <a:xfrm>
              <a:off x="6013800" y="2167200"/>
              <a:ext cx="868320" cy="348840"/>
              <a:chOff x="6013800" y="2167200"/>
              <a:chExt cx="868320" cy="348840"/>
            </a:xfrm>
          </p:grpSpPr>
          <p:sp>
            <p:nvSpPr>
              <p:cNvPr id="1459" name="Google Shape;2844;p72"/>
              <p:cNvSpPr/>
              <p:nvPr/>
            </p:nvSpPr>
            <p:spPr>
              <a:xfrm>
                <a:off x="6245640" y="2287800"/>
                <a:ext cx="226800" cy="228240"/>
              </a:xfrm>
              <a:custGeom>
                <a:avLst/>
                <a:gdLst>
                  <a:gd name="textAreaLeft" fmla="*/ 0 w 226800"/>
                  <a:gd name="textAreaRight" fmla="*/ 227160 w 226800"/>
                  <a:gd name="textAreaTop" fmla="*/ 0 h 228240"/>
                  <a:gd name="textAreaBottom" fmla="*/ 228600 h 228240"/>
                </a:gdLst>
                <a:ahLst/>
                <a:cxnLst/>
                <a:rect l="textAreaLeft" t="textAreaTop" r="textAreaRight" b="textAreaBottom"/>
                <a:pathLst>
                  <a:path w="74" h="74">
                    <a:moveTo>
                      <a:pt x="65" y="39"/>
                    </a:moveTo>
                    <a:cubicBezTo>
                      <a:pt x="74" y="0"/>
                      <a:pt x="74" y="0"/>
                      <a:pt x="74" y="0"/>
                    </a:cubicBezTo>
                    <a:cubicBezTo>
                      <a:pt x="36" y="9"/>
                      <a:pt x="36" y="9"/>
                      <a:pt x="36" y="9"/>
                    </a:cubicBezTo>
                    <a:cubicBezTo>
                      <a:pt x="43" y="17"/>
                      <a:pt x="43" y="17"/>
                      <a:pt x="43" y="17"/>
                    </a:cubicBezTo>
                    <a:cubicBezTo>
                      <a:pt x="2" y="50"/>
                      <a:pt x="2" y="50"/>
                      <a:pt x="2" y="50"/>
                    </a:cubicBezTo>
                    <a:cubicBezTo>
                      <a:pt x="0" y="51"/>
                      <a:pt x="0" y="54"/>
                      <a:pt x="2" y="56"/>
                    </a:cubicBezTo>
                    <a:cubicBezTo>
                      <a:pt x="18" y="72"/>
                      <a:pt x="18" y="72"/>
                      <a:pt x="18" y="72"/>
                    </a:cubicBezTo>
                    <a:cubicBezTo>
                      <a:pt x="20" y="74"/>
                      <a:pt x="23" y="74"/>
                      <a:pt x="24" y="72"/>
                    </a:cubicBezTo>
                    <a:cubicBezTo>
                      <a:pt x="57" y="31"/>
                      <a:pt x="57" y="31"/>
                      <a:pt x="57" y="31"/>
                    </a:cubicBezTo>
                    <a:lnTo>
                      <a:pt x="65" y="39"/>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0" name="Google Shape;2845;p72"/>
              <p:cNvSpPr/>
              <p:nvPr/>
            </p:nvSpPr>
            <p:spPr>
              <a:xfrm>
                <a:off x="6094800" y="2203560"/>
                <a:ext cx="707760" cy="126720"/>
              </a:xfrm>
              <a:custGeom>
                <a:avLst/>
                <a:gdLst>
                  <a:gd name="textAreaLeft" fmla="*/ 0 w 707760"/>
                  <a:gd name="textAreaRight" fmla="*/ 708120 w 707760"/>
                  <a:gd name="textAreaTop" fmla="*/ 0 h 126720"/>
                  <a:gd name="textAreaBottom" fmla="*/ 127080 h 126720"/>
                </a:gdLst>
                <a:ahLst/>
                <a:cxnLst/>
                <a:rect l="textAreaLeft" t="textAreaTop" r="textAreaRight" b="textAreaBottom"/>
                <a:pathLst>
                  <a:path w="230" h="41">
                    <a:moveTo>
                      <a:pt x="3" y="24"/>
                    </a:moveTo>
                    <a:cubicBezTo>
                      <a:pt x="20" y="10"/>
                      <a:pt x="37" y="5"/>
                      <a:pt x="55" y="5"/>
                    </a:cubicBezTo>
                    <a:cubicBezTo>
                      <a:pt x="79" y="5"/>
                      <a:pt x="103" y="14"/>
                      <a:pt x="126" y="23"/>
                    </a:cubicBezTo>
                    <a:cubicBezTo>
                      <a:pt x="150" y="32"/>
                      <a:pt x="172" y="41"/>
                      <a:pt x="192" y="41"/>
                    </a:cubicBezTo>
                    <a:cubicBezTo>
                      <a:pt x="206" y="41"/>
                      <a:pt x="219" y="36"/>
                      <a:pt x="230" y="24"/>
                    </a:cubicBezTo>
                    <a:cubicBezTo>
                      <a:pt x="226" y="21"/>
                      <a:pt x="226" y="21"/>
                      <a:pt x="226" y="21"/>
                    </a:cubicBezTo>
                    <a:cubicBezTo>
                      <a:pt x="217" y="32"/>
                      <a:pt x="205" y="37"/>
                      <a:pt x="192" y="37"/>
                    </a:cubicBezTo>
                    <a:cubicBezTo>
                      <a:pt x="173" y="37"/>
                      <a:pt x="151" y="28"/>
                      <a:pt x="128" y="19"/>
                    </a:cubicBezTo>
                    <a:cubicBezTo>
                      <a:pt x="105" y="10"/>
                      <a:pt x="80" y="0"/>
                      <a:pt x="55" y="0"/>
                    </a:cubicBezTo>
                    <a:cubicBezTo>
                      <a:pt x="36" y="0"/>
                      <a:pt x="17" y="6"/>
                      <a:pt x="0" y="20"/>
                    </a:cubicBezTo>
                    <a:cubicBezTo>
                      <a:pt x="3" y="24"/>
                      <a:pt x="3" y="24"/>
                      <a:pt x="3" y="2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1" name="Google Shape;2846;p72"/>
              <p:cNvSpPr/>
              <p:nvPr/>
            </p:nvSpPr>
            <p:spPr>
              <a:xfrm>
                <a:off x="6023520" y="2183040"/>
                <a:ext cx="147240" cy="183960"/>
              </a:xfrm>
              <a:custGeom>
                <a:avLst/>
                <a:gdLst>
                  <a:gd name="textAreaLeft" fmla="*/ 0 w 147240"/>
                  <a:gd name="textAreaRight" fmla="*/ 147600 w 147240"/>
                  <a:gd name="textAreaTop" fmla="*/ 0 h 183960"/>
                  <a:gd name="textAreaBottom" fmla="*/ 184320 h 183960"/>
                </a:gdLst>
                <a:ahLst/>
                <a:cxnLst/>
                <a:rect l="textAreaLeft" t="textAreaTop" r="textAreaRight" b="textAreaBottom"/>
                <a:pathLst>
                  <a:path w="93" h="116">
                    <a:moveTo>
                      <a:pt x="6" y="116"/>
                    </a:moveTo>
                    <a:lnTo>
                      <a:pt x="93" y="4"/>
                    </a:lnTo>
                    <a:lnTo>
                      <a:pt x="87" y="0"/>
                    </a:lnTo>
                    <a:lnTo>
                      <a:pt x="0" y="113"/>
                    </a:lnTo>
                    <a:lnTo>
                      <a:pt x="6" y="1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2" name="Google Shape;2847;p72"/>
              <p:cNvSpPr/>
              <p:nvPr/>
            </p:nvSpPr>
            <p:spPr>
              <a:xfrm>
                <a:off x="6023520" y="2183040"/>
                <a:ext cx="147240" cy="183960"/>
              </a:xfrm>
              <a:custGeom>
                <a:avLst/>
                <a:gdLst>
                  <a:gd name="textAreaLeft" fmla="*/ 0 w 147240"/>
                  <a:gd name="textAreaRight" fmla="*/ 147600 w 147240"/>
                  <a:gd name="textAreaTop" fmla="*/ 0 h 183960"/>
                  <a:gd name="textAreaBottom" fmla="*/ 184320 h 183960"/>
                </a:gdLst>
                <a:ahLst/>
                <a:cxnLst/>
                <a:rect l="textAreaLeft" t="textAreaTop" r="textAreaRight" b="textAreaBottom"/>
                <a:pathLst>
                  <a:path w="93" h="116">
                    <a:moveTo>
                      <a:pt x="6" y="116"/>
                    </a:moveTo>
                    <a:lnTo>
                      <a:pt x="93" y="4"/>
                    </a:lnTo>
                    <a:lnTo>
                      <a:pt x="87" y="0"/>
                    </a:lnTo>
                    <a:lnTo>
                      <a:pt x="0" y="113"/>
                    </a:ln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3" name="Google Shape;2848;p72"/>
              <p:cNvSpPr/>
              <p:nvPr/>
            </p:nvSpPr>
            <p:spPr>
              <a:xfrm>
                <a:off x="6013800" y="2349720"/>
                <a:ext cx="31320" cy="29880"/>
              </a:xfrm>
              <a:custGeom>
                <a:avLst/>
                <a:gdLst>
                  <a:gd name="textAreaLeft" fmla="*/ 0 w 31320"/>
                  <a:gd name="textAreaRight" fmla="*/ 31680 w 31320"/>
                  <a:gd name="textAreaTop" fmla="*/ 0 h 29880"/>
                  <a:gd name="textAreaBottom" fmla="*/ 30240 h 29880"/>
                </a:gdLst>
                <a:ahLst/>
                <a:cxnLst/>
                <a:rect l="textAreaLeft" t="textAreaTop" r="textAreaRight" b="textAreaBottom"/>
                <a:pathLst>
                  <a:path w="10" h="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5120" bIns="15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4" name="Google Shape;2849;p72"/>
              <p:cNvSpPr/>
              <p:nvPr/>
            </p:nvSpPr>
            <p:spPr>
              <a:xfrm>
                <a:off x="6150240" y="2167200"/>
                <a:ext cx="33120" cy="33120"/>
              </a:xfrm>
              <a:custGeom>
                <a:avLst/>
                <a:gdLst>
                  <a:gd name="textAreaLeft" fmla="*/ 0 w 33120"/>
                  <a:gd name="textAreaRight" fmla="*/ 33480 w 33120"/>
                  <a:gd name="textAreaTop" fmla="*/ 0 h 33120"/>
                  <a:gd name="textAreaBottom" fmla="*/ 33480 h 33120"/>
                </a:gdLst>
                <a:ahLst/>
                <a:cxnLst/>
                <a:rect l="textAreaLeft" t="textAreaTop" r="textAreaRight" b="textAreaBottom"/>
                <a:pathLst>
                  <a:path w="11" h="11">
                    <a:moveTo>
                      <a:pt x="8" y="2"/>
                    </a:moveTo>
                    <a:cubicBezTo>
                      <a:pt x="10" y="4"/>
                      <a:pt x="11" y="6"/>
                      <a:pt x="9" y="8"/>
                    </a:cubicBezTo>
                    <a:cubicBezTo>
                      <a:pt x="8" y="10"/>
                      <a:pt x="5" y="11"/>
                      <a:pt x="3" y="9"/>
                    </a:cubicBezTo>
                    <a:cubicBezTo>
                      <a:pt x="1" y="8"/>
                      <a:pt x="0" y="5"/>
                      <a:pt x="2" y="3"/>
                    </a:cubicBezTo>
                    <a:cubicBezTo>
                      <a:pt x="4" y="1"/>
                      <a:pt x="6" y="0"/>
                      <a:pt x="8" y="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5" name="Google Shape;2850;p72"/>
              <p:cNvSpPr/>
              <p:nvPr/>
            </p:nvSpPr>
            <p:spPr>
              <a:xfrm>
                <a:off x="6066360" y="2241720"/>
                <a:ext cx="64800" cy="64800"/>
              </a:xfrm>
              <a:custGeom>
                <a:avLst/>
                <a:gdLst>
                  <a:gd name="textAreaLeft" fmla="*/ 0 w 64800"/>
                  <a:gd name="textAreaRight" fmla="*/ 65160 w 64800"/>
                  <a:gd name="textAreaTop" fmla="*/ 0 h 64800"/>
                  <a:gd name="textAreaBottom" fmla="*/ 65160 h 64800"/>
                </a:gdLst>
                <a:ahLst/>
                <a:cxnLst/>
                <a:rect l="textAreaLeft" t="textAreaTop" r="textAreaRight" b="textAreaBottom"/>
                <a:pathLst>
                  <a:path w="21" h="21">
                    <a:moveTo>
                      <a:pt x="16" y="3"/>
                    </a:moveTo>
                    <a:cubicBezTo>
                      <a:pt x="20" y="6"/>
                      <a:pt x="21" y="12"/>
                      <a:pt x="18" y="16"/>
                    </a:cubicBezTo>
                    <a:cubicBezTo>
                      <a:pt x="15" y="21"/>
                      <a:pt x="9" y="21"/>
                      <a:pt x="5" y="18"/>
                    </a:cubicBezTo>
                    <a:cubicBezTo>
                      <a:pt x="0" y="15"/>
                      <a:pt x="0" y="9"/>
                      <a:pt x="3" y="5"/>
                    </a:cubicBezTo>
                    <a:cubicBezTo>
                      <a:pt x="6" y="1"/>
                      <a:pt x="12" y="0"/>
                      <a:pt x="16" y="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0" bIns="324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6" name="Google Shape;2851;p72"/>
              <p:cNvSpPr/>
              <p:nvPr/>
            </p:nvSpPr>
            <p:spPr>
              <a:xfrm>
                <a:off x="6721920" y="2183040"/>
                <a:ext cx="147240" cy="183960"/>
              </a:xfrm>
              <a:custGeom>
                <a:avLst/>
                <a:gdLst>
                  <a:gd name="textAreaLeft" fmla="*/ 0 w 147240"/>
                  <a:gd name="textAreaRight" fmla="*/ 147600 w 147240"/>
                  <a:gd name="textAreaTop" fmla="*/ 0 h 183960"/>
                  <a:gd name="textAreaBottom" fmla="*/ 184320 h 183960"/>
                </a:gdLst>
                <a:ahLst/>
                <a:cxnLst/>
                <a:rect l="textAreaLeft" t="textAreaTop" r="textAreaRight" b="textAreaBottom"/>
                <a:pathLst>
                  <a:path w="93" h="116">
                    <a:moveTo>
                      <a:pt x="6" y="116"/>
                    </a:moveTo>
                    <a:lnTo>
                      <a:pt x="93" y="4"/>
                    </a:lnTo>
                    <a:lnTo>
                      <a:pt x="87" y="0"/>
                    </a:lnTo>
                    <a:lnTo>
                      <a:pt x="0" y="113"/>
                    </a:lnTo>
                    <a:lnTo>
                      <a:pt x="6" y="1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7" name="Google Shape;2852;p72"/>
              <p:cNvSpPr/>
              <p:nvPr/>
            </p:nvSpPr>
            <p:spPr>
              <a:xfrm>
                <a:off x="6721920" y="2183040"/>
                <a:ext cx="147240" cy="183960"/>
              </a:xfrm>
              <a:custGeom>
                <a:avLst/>
                <a:gdLst>
                  <a:gd name="textAreaLeft" fmla="*/ 0 w 147240"/>
                  <a:gd name="textAreaRight" fmla="*/ 147600 w 147240"/>
                  <a:gd name="textAreaTop" fmla="*/ 0 h 183960"/>
                  <a:gd name="textAreaBottom" fmla="*/ 184320 h 183960"/>
                </a:gdLst>
                <a:ahLst/>
                <a:cxnLst/>
                <a:rect l="textAreaLeft" t="textAreaTop" r="textAreaRight" b="textAreaBottom"/>
                <a:pathLst>
                  <a:path w="93" h="116">
                    <a:moveTo>
                      <a:pt x="6" y="116"/>
                    </a:moveTo>
                    <a:lnTo>
                      <a:pt x="93" y="4"/>
                    </a:lnTo>
                    <a:lnTo>
                      <a:pt x="87" y="0"/>
                    </a:lnTo>
                    <a:lnTo>
                      <a:pt x="0" y="113"/>
                    </a:ln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8" name="Google Shape;2853;p72"/>
              <p:cNvSpPr/>
              <p:nvPr/>
            </p:nvSpPr>
            <p:spPr>
              <a:xfrm>
                <a:off x="6712200" y="2349720"/>
                <a:ext cx="31320" cy="29880"/>
              </a:xfrm>
              <a:custGeom>
                <a:avLst/>
                <a:gdLst>
                  <a:gd name="textAreaLeft" fmla="*/ 0 w 31320"/>
                  <a:gd name="textAreaRight" fmla="*/ 31680 w 31320"/>
                  <a:gd name="textAreaTop" fmla="*/ 0 h 29880"/>
                  <a:gd name="textAreaBottom" fmla="*/ 30240 h 29880"/>
                </a:gdLst>
                <a:ahLst/>
                <a:cxnLst/>
                <a:rect l="textAreaLeft" t="textAreaTop" r="textAreaRight" b="textAreaBottom"/>
                <a:pathLst>
                  <a:path w="10" h="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5120" bIns="15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9" name="Google Shape;2854;p72"/>
              <p:cNvSpPr/>
              <p:nvPr/>
            </p:nvSpPr>
            <p:spPr>
              <a:xfrm>
                <a:off x="6849000" y="2167200"/>
                <a:ext cx="33120" cy="33120"/>
              </a:xfrm>
              <a:custGeom>
                <a:avLst/>
                <a:gdLst>
                  <a:gd name="textAreaLeft" fmla="*/ 0 w 33120"/>
                  <a:gd name="textAreaRight" fmla="*/ 33480 w 33120"/>
                  <a:gd name="textAreaTop" fmla="*/ 0 h 33120"/>
                  <a:gd name="textAreaBottom" fmla="*/ 33480 h 33120"/>
                </a:gdLst>
                <a:ahLst/>
                <a:cxnLst/>
                <a:rect l="textAreaLeft" t="textAreaTop" r="textAreaRight" b="textAreaBottom"/>
                <a:pathLst>
                  <a:path w="11" h="11">
                    <a:moveTo>
                      <a:pt x="8" y="2"/>
                    </a:moveTo>
                    <a:cubicBezTo>
                      <a:pt x="10" y="4"/>
                      <a:pt x="11" y="6"/>
                      <a:pt x="9" y="8"/>
                    </a:cubicBezTo>
                    <a:cubicBezTo>
                      <a:pt x="8" y="10"/>
                      <a:pt x="5" y="11"/>
                      <a:pt x="3" y="9"/>
                    </a:cubicBezTo>
                    <a:cubicBezTo>
                      <a:pt x="1" y="8"/>
                      <a:pt x="0" y="5"/>
                      <a:pt x="2" y="3"/>
                    </a:cubicBezTo>
                    <a:cubicBezTo>
                      <a:pt x="3" y="1"/>
                      <a:pt x="6" y="0"/>
                      <a:pt x="8" y="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0" name="Google Shape;2855;p72"/>
              <p:cNvSpPr/>
              <p:nvPr/>
            </p:nvSpPr>
            <p:spPr>
              <a:xfrm>
                <a:off x="6761520" y="2241720"/>
                <a:ext cx="68040" cy="64800"/>
              </a:xfrm>
              <a:custGeom>
                <a:avLst/>
                <a:gdLst>
                  <a:gd name="textAreaLeft" fmla="*/ 0 w 68040"/>
                  <a:gd name="textAreaRight" fmla="*/ 68400 w 68040"/>
                  <a:gd name="textAreaTop" fmla="*/ 0 h 64800"/>
                  <a:gd name="textAreaBottom" fmla="*/ 65160 h 64800"/>
                </a:gdLst>
                <a:ahLst/>
                <a:cxnLst/>
                <a:rect l="textAreaLeft" t="textAreaTop" r="textAreaRight" b="textAreaBottom"/>
                <a:pathLst>
                  <a:path w="22" h="21">
                    <a:moveTo>
                      <a:pt x="17" y="3"/>
                    </a:moveTo>
                    <a:cubicBezTo>
                      <a:pt x="21" y="6"/>
                      <a:pt x="22" y="12"/>
                      <a:pt x="19" y="16"/>
                    </a:cubicBezTo>
                    <a:cubicBezTo>
                      <a:pt x="16" y="21"/>
                      <a:pt x="10" y="21"/>
                      <a:pt x="5" y="18"/>
                    </a:cubicBezTo>
                    <a:cubicBezTo>
                      <a:pt x="1" y="15"/>
                      <a:pt x="0" y="9"/>
                      <a:pt x="4" y="5"/>
                    </a:cubicBezTo>
                    <a:cubicBezTo>
                      <a:pt x="7" y="1"/>
                      <a:pt x="13" y="0"/>
                      <a:pt x="17" y="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0" bIns="324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71" name="Google Shape;2856;p72"/>
            <p:cNvSpPr/>
            <p:nvPr/>
          </p:nvSpPr>
          <p:spPr>
            <a:xfrm>
              <a:off x="6882120" y="1471680"/>
              <a:ext cx="946440" cy="112320"/>
            </a:xfrm>
            <a:custGeom>
              <a:avLst/>
              <a:gdLst>
                <a:gd name="textAreaLeft" fmla="*/ 0 w 946440"/>
                <a:gd name="textAreaRight" fmla="*/ 946800 w 946440"/>
                <a:gd name="textAreaTop" fmla="*/ 0 h 112320"/>
                <a:gd name="textAreaBottom" fmla="*/ 112680 h 112320"/>
              </a:gdLst>
              <a:ahLst/>
              <a:cxnLst/>
              <a:rect l="textAreaLeft" t="textAreaTop" r="textAreaRight" b="textAreaBottom"/>
              <a:pathLst>
                <a:path w="727" h="45">
                  <a:moveTo>
                    <a:pt x="716" y="45"/>
                  </a:moveTo>
                  <a:cubicBezTo>
                    <a:pt x="679" y="45"/>
                    <a:pt x="660" y="39"/>
                    <a:pt x="642" y="33"/>
                  </a:cubicBezTo>
                  <a:cubicBezTo>
                    <a:pt x="625" y="27"/>
                    <a:pt x="608" y="22"/>
                    <a:pt x="575" y="22"/>
                  </a:cubicBezTo>
                  <a:cubicBezTo>
                    <a:pt x="542" y="22"/>
                    <a:pt x="525" y="27"/>
                    <a:pt x="508" y="33"/>
                  </a:cubicBezTo>
                  <a:cubicBezTo>
                    <a:pt x="490" y="39"/>
                    <a:pt x="471" y="45"/>
                    <a:pt x="434" y="45"/>
                  </a:cubicBezTo>
                  <a:cubicBezTo>
                    <a:pt x="397" y="45"/>
                    <a:pt x="378" y="39"/>
                    <a:pt x="360" y="33"/>
                  </a:cubicBezTo>
                  <a:cubicBezTo>
                    <a:pt x="343" y="27"/>
                    <a:pt x="327" y="22"/>
                    <a:pt x="293" y="22"/>
                  </a:cubicBezTo>
                  <a:cubicBezTo>
                    <a:pt x="260" y="22"/>
                    <a:pt x="244" y="27"/>
                    <a:pt x="226" y="33"/>
                  </a:cubicBezTo>
                  <a:cubicBezTo>
                    <a:pt x="208" y="39"/>
                    <a:pt x="189" y="45"/>
                    <a:pt x="152" y="45"/>
                  </a:cubicBezTo>
                  <a:cubicBezTo>
                    <a:pt x="116" y="45"/>
                    <a:pt x="97" y="39"/>
                    <a:pt x="79" y="33"/>
                  </a:cubicBezTo>
                  <a:cubicBezTo>
                    <a:pt x="61" y="27"/>
                    <a:pt x="45" y="22"/>
                    <a:pt x="12" y="22"/>
                  </a:cubicBezTo>
                  <a:cubicBezTo>
                    <a:pt x="5" y="22"/>
                    <a:pt x="0" y="17"/>
                    <a:pt x="0" y="11"/>
                  </a:cubicBezTo>
                  <a:cubicBezTo>
                    <a:pt x="0" y="5"/>
                    <a:pt x="5" y="0"/>
                    <a:pt x="12" y="0"/>
                  </a:cubicBezTo>
                  <a:cubicBezTo>
                    <a:pt x="49" y="0"/>
                    <a:pt x="67" y="6"/>
                    <a:pt x="86" y="11"/>
                  </a:cubicBezTo>
                  <a:cubicBezTo>
                    <a:pt x="103" y="17"/>
                    <a:pt x="119" y="22"/>
                    <a:pt x="152" y="22"/>
                  </a:cubicBezTo>
                  <a:cubicBezTo>
                    <a:pt x="186" y="22"/>
                    <a:pt x="202" y="17"/>
                    <a:pt x="219" y="11"/>
                  </a:cubicBezTo>
                  <a:cubicBezTo>
                    <a:pt x="238" y="6"/>
                    <a:pt x="256" y="0"/>
                    <a:pt x="293" y="0"/>
                  </a:cubicBezTo>
                  <a:cubicBezTo>
                    <a:pt x="330" y="0"/>
                    <a:pt x="349" y="6"/>
                    <a:pt x="367" y="11"/>
                  </a:cubicBezTo>
                  <a:cubicBezTo>
                    <a:pt x="384" y="17"/>
                    <a:pt x="401" y="22"/>
                    <a:pt x="434" y="22"/>
                  </a:cubicBezTo>
                  <a:cubicBezTo>
                    <a:pt x="468" y="22"/>
                    <a:pt x="484" y="17"/>
                    <a:pt x="501" y="11"/>
                  </a:cubicBezTo>
                  <a:cubicBezTo>
                    <a:pt x="519" y="6"/>
                    <a:pt x="538" y="0"/>
                    <a:pt x="575" y="0"/>
                  </a:cubicBezTo>
                  <a:cubicBezTo>
                    <a:pt x="612" y="0"/>
                    <a:pt x="631" y="6"/>
                    <a:pt x="649" y="11"/>
                  </a:cubicBezTo>
                  <a:cubicBezTo>
                    <a:pt x="666" y="17"/>
                    <a:pt x="682" y="22"/>
                    <a:pt x="716" y="22"/>
                  </a:cubicBezTo>
                  <a:cubicBezTo>
                    <a:pt x="722" y="22"/>
                    <a:pt x="727" y="27"/>
                    <a:pt x="727" y="33"/>
                  </a:cubicBezTo>
                  <a:cubicBezTo>
                    <a:pt x="727" y="40"/>
                    <a:pt x="722" y="45"/>
                    <a:pt x="716" y="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2857;p72"/>
            <p:cNvSpPr/>
            <p:nvPr/>
          </p:nvSpPr>
          <p:spPr>
            <a:xfrm>
              <a:off x="6882120" y="1619280"/>
              <a:ext cx="946440" cy="112320"/>
            </a:xfrm>
            <a:custGeom>
              <a:avLst/>
              <a:gdLst>
                <a:gd name="textAreaLeft" fmla="*/ 0 w 946440"/>
                <a:gd name="textAreaRight" fmla="*/ 946800 w 946440"/>
                <a:gd name="textAreaTop" fmla="*/ 0 h 112320"/>
                <a:gd name="textAreaBottom" fmla="*/ 112680 h 112320"/>
              </a:gdLst>
              <a:ahLst/>
              <a:cxnLst/>
              <a:rect l="textAreaLeft" t="textAreaTop" r="textAreaRight" b="textAreaBottom"/>
              <a:pathLst>
                <a:path w="727" h="45">
                  <a:moveTo>
                    <a:pt x="716" y="45"/>
                  </a:moveTo>
                  <a:cubicBezTo>
                    <a:pt x="679" y="45"/>
                    <a:pt x="660" y="39"/>
                    <a:pt x="642" y="33"/>
                  </a:cubicBezTo>
                  <a:cubicBezTo>
                    <a:pt x="625" y="28"/>
                    <a:pt x="608" y="22"/>
                    <a:pt x="575" y="22"/>
                  </a:cubicBezTo>
                  <a:cubicBezTo>
                    <a:pt x="542" y="22"/>
                    <a:pt x="525" y="28"/>
                    <a:pt x="508" y="33"/>
                  </a:cubicBezTo>
                  <a:cubicBezTo>
                    <a:pt x="490" y="39"/>
                    <a:pt x="471" y="45"/>
                    <a:pt x="434" y="45"/>
                  </a:cubicBezTo>
                  <a:cubicBezTo>
                    <a:pt x="397" y="45"/>
                    <a:pt x="378" y="39"/>
                    <a:pt x="360" y="33"/>
                  </a:cubicBezTo>
                  <a:cubicBezTo>
                    <a:pt x="343" y="28"/>
                    <a:pt x="327" y="22"/>
                    <a:pt x="293" y="22"/>
                  </a:cubicBezTo>
                  <a:cubicBezTo>
                    <a:pt x="260" y="22"/>
                    <a:pt x="244" y="28"/>
                    <a:pt x="226" y="33"/>
                  </a:cubicBezTo>
                  <a:cubicBezTo>
                    <a:pt x="208" y="39"/>
                    <a:pt x="189" y="45"/>
                    <a:pt x="152" y="45"/>
                  </a:cubicBezTo>
                  <a:cubicBezTo>
                    <a:pt x="116" y="45"/>
                    <a:pt x="97" y="39"/>
                    <a:pt x="79" y="33"/>
                  </a:cubicBezTo>
                  <a:cubicBezTo>
                    <a:pt x="61" y="28"/>
                    <a:pt x="45" y="22"/>
                    <a:pt x="12" y="22"/>
                  </a:cubicBezTo>
                  <a:cubicBezTo>
                    <a:pt x="5" y="22"/>
                    <a:pt x="0" y="17"/>
                    <a:pt x="0" y="11"/>
                  </a:cubicBezTo>
                  <a:cubicBezTo>
                    <a:pt x="0" y="5"/>
                    <a:pt x="5" y="0"/>
                    <a:pt x="12" y="0"/>
                  </a:cubicBezTo>
                  <a:cubicBezTo>
                    <a:pt x="49" y="0"/>
                    <a:pt x="67" y="6"/>
                    <a:pt x="86" y="12"/>
                  </a:cubicBezTo>
                  <a:cubicBezTo>
                    <a:pt x="103" y="17"/>
                    <a:pt x="119" y="22"/>
                    <a:pt x="152" y="22"/>
                  </a:cubicBezTo>
                  <a:cubicBezTo>
                    <a:pt x="186" y="22"/>
                    <a:pt x="202" y="17"/>
                    <a:pt x="219" y="12"/>
                  </a:cubicBezTo>
                  <a:cubicBezTo>
                    <a:pt x="238" y="6"/>
                    <a:pt x="256" y="0"/>
                    <a:pt x="293" y="0"/>
                  </a:cubicBezTo>
                  <a:cubicBezTo>
                    <a:pt x="330" y="0"/>
                    <a:pt x="349" y="6"/>
                    <a:pt x="367" y="12"/>
                  </a:cubicBezTo>
                  <a:cubicBezTo>
                    <a:pt x="384" y="17"/>
                    <a:pt x="401" y="22"/>
                    <a:pt x="434" y="22"/>
                  </a:cubicBezTo>
                  <a:cubicBezTo>
                    <a:pt x="468" y="22"/>
                    <a:pt x="484" y="17"/>
                    <a:pt x="501" y="12"/>
                  </a:cubicBezTo>
                  <a:cubicBezTo>
                    <a:pt x="519" y="6"/>
                    <a:pt x="538" y="0"/>
                    <a:pt x="575" y="0"/>
                  </a:cubicBezTo>
                  <a:cubicBezTo>
                    <a:pt x="612" y="0"/>
                    <a:pt x="631" y="6"/>
                    <a:pt x="649" y="12"/>
                  </a:cubicBezTo>
                  <a:cubicBezTo>
                    <a:pt x="666" y="17"/>
                    <a:pt x="682" y="22"/>
                    <a:pt x="716" y="22"/>
                  </a:cubicBezTo>
                  <a:cubicBezTo>
                    <a:pt x="722" y="22"/>
                    <a:pt x="727" y="27"/>
                    <a:pt x="727" y="34"/>
                  </a:cubicBezTo>
                  <a:cubicBezTo>
                    <a:pt x="727" y="40"/>
                    <a:pt x="722" y="45"/>
                    <a:pt x="716" y="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73" name="Google Shape;2858;p72"/>
            <p:cNvGrpSpPr/>
            <p:nvPr/>
          </p:nvGrpSpPr>
          <p:grpSpPr>
            <a:xfrm>
              <a:off x="6490080" y="2265120"/>
              <a:ext cx="1496160" cy="2273400"/>
              <a:chOff x="6490080" y="2265120"/>
              <a:chExt cx="1496160" cy="2273400"/>
            </a:xfrm>
          </p:grpSpPr>
          <p:sp>
            <p:nvSpPr>
              <p:cNvPr id="1474" name="Google Shape;2859;p72"/>
              <p:cNvSpPr/>
              <p:nvPr/>
            </p:nvSpPr>
            <p:spPr>
              <a:xfrm>
                <a:off x="6760080" y="4380840"/>
                <a:ext cx="282600" cy="151560"/>
              </a:xfrm>
              <a:custGeom>
                <a:avLst/>
                <a:gdLst>
                  <a:gd name="textAreaLeft" fmla="*/ 0 w 282600"/>
                  <a:gd name="textAreaRight" fmla="*/ 282960 w 282600"/>
                  <a:gd name="textAreaTop" fmla="*/ 0 h 151560"/>
                  <a:gd name="textAreaBottom" fmla="*/ 151920 h 151560"/>
                </a:gdLst>
                <a:ahLst/>
                <a:cxnLst/>
                <a:rect l="textAreaLeft" t="textAreaTop" r="textAreaRight" b="textAreaBottom"/>
                <a:pathLst>
                  <a:path w="103" h="55">
                    <a:moveTo>
                      <a:pt x="93" y="0"/>
                    </a:moveTo>
                    <a:cubicBezTo>
                      <a:pt x="92" y="18"/>
                      <a:pt x="92" y="18"/>
                      <a:pt x="92" y="18"/>
                    </a:cubicBezTo>
                    <a:cubicBezTo>
                      <a:pt x="92" y="18"/>
                      <a:pt x="103" y="37"/>
                      <a:pt x="102" y="55"/>
                    </a:cubicBezTo>
                    <a:cubicBezTo>
                      <a:pt x="102" y="55"/>
                      <a:pt x="57" y="55"/>
                      <a:pt x="33" y="55"/>
                    </a:cubicBezTo>
                    <a:cubicBezTo>
                      <a:pt x="9" y="55"/>
                      <a:pt x="0" y="42"/>
                      <a:pt x="0" y="38"/>
                    </a:cubicBezTo>
                    <a:cubicBezTo>
                      <a:pt x="45" y="25"/>
                      <a:pt x="45" y="25"/>
                      <a:pt x="45" y="25"/>
                    </a:cubicBezTo>
                    <a:cubicBezTo>
                      <a:pt x="61" y="11"/>
                      <a:pt x="61" y="11"/>
                      <a:pt x="61" y="11"/>
                    </a:cubicBezTo>
                    <a:cubicBezTo>
                      <a:pt x="62" y="0"/>
                      <a:pt x="62" y="0"/>
                      <a:pt x="62" y="0"/>
                    </a:cubicBezTo>
                    <a:lnTo>
                      <a:pt x="9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5" name="Google Shape;2860;p72"/>
              <p:cNvSpPr/>
              <p:nvPr/>
            </p:nvSpPr>
            <p:spPr>
              <a:xfrm>
                <a:off x="7120800" y="4380840"/>
                <a:ext cx="282600" cy="151560"/>
              </a:xfrm>
              <a:custGeom>
                <a:avLst/>
                <a:gdLst>
                  <a:gd name="textAreaLeft" fmla="*/ 0 w 282600"/>
                  <a:gd name="textAreaRight" fmla="*/ 282960 w 282600"/>
                  <a:gd name="textAreaTop" fmla="*/ 0 h 151560"/>
                  <a:gd name="textAreaBottom" fmla="*/ 151920 h 151560"/>
                </a:gdLst>
                <a:ahLst/>
                <a:cxnLst/>
                <a:rect l="textAreaLeft" t="textAreaTop" r="textAreaRight" b="textAreaBottom"/>
                <a:pathLst>
                  <a:path w="103" h="55">
                    <a:moveTo>
                      <a:pt x="94" y="0"/>
                    </a:moveTo>
                    <a:cubicBezTo>
                      <a:pt x="92" y="18"/>
                      <a:pt x="92" y="18"/>
                      <a:pt x="92" y="18"/>
                    </a:cubicBezTo>
                    <a:cubicBezTo>
                      <a:pt x="92" y="18"/>
                      <a:pt x="103" y="37"/>
                      <a:pt x="102" y="55"/>
                    </a:cubicBezTo>
                    <a:cubicBezTo>
                      <a:pt x="102" y="55"/>
                      <a:pt x="57" y="55"/>
                      <a:pt x="33" y="55"/>
                    </a:cubicBezTo>
                    <a:cubicBezTo>
                      <a:pt x="10" y="55"/>
                      <a:pt x="0" y="42"/>
                      <a:pt x="0" y="38"/>
                    </a:cubicBezTo>
                    <a:cubicBezTo>
                      <a:pt x="45" y="25"/>
                      <a:pt x="45" y="25"/>
                      <a:pt x="45" y="25"/>
                    </a:cubicBezTo>
                    <a:cubicBezTo>
                      <a:pt x="61" y="11"/>
                      <a:pt x="61" y="11"/>
                      <a:pt x="61" y="11"/>
                    </a:cubicBezTo>
                    <a:cubicBezTo>
                      <a:pt x="62" y="0"/>
                      <a:pt x="62" y="0"/>
                      <a:pt x="62" y="0"/>
                    </a:cubicBezTo>
                    <a:lnTo>
                      <a:pt x="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6" name="Google Shape;2861;p72"/>
              <p:cNvSpPr/>
              <p:nvPr/>
            </p:nvSpPr>
            <p:spPr>
              <a:xfrm>
                <a:off x="6902640" y="3358440"/>
                <a:ext cx="877320" cy="1052280"/>
              </a:xfrm>
              <a:custGeom>
                <a:avLst/>
                <a:gdLst>
                  <a:gd name="textAreaLeft" fmla="*/ 0 w 877320"/>
                  <a:gd name="textAreaRight" fmla="*/ 877680 w 877320"/>
                  <a:gd name="textAreaTop" fmla="*/ 0 h 1052280"/>
                  <a:gd name="textAreaBottom" fmla="*/ 1052640 h 1052280"/>
                </a:gdLst>
                <a:ahLst/>
                <a:cxnLst/>
                <a:rect l="textAreaLeft" t="textAreaTop" r="textAreaRight" b="textAreaBottom"/>
                <a:pathLst>
                  <a:path w="319" h="382">
                    <a:moveTo>
                      <a:pt x="307" y="0"/>
                    </a:moveTo>
                    <a:cubicBezTo>
                      <a:pt x="307" y="0"/>
                      <a:pt x="319" y="20"/>
                      <a:pt x="319" y="59"/>
                    </a:cubicBezTo>
                    <a:cubicBezTo>
                      <a:pt x="319" y="98"/>
                      <a:pt x="296" y="121"/>
                      <a:pt x="257" y="121"/>
                    </a:cubicBezTo>
                    <a:cubicBezTo>
                      <a:pt x="218" y="121"/>
                      <a:pt x="107" y="121"/>
                      <a:pt x="107" y="121"/>
                    </a:cubicBezTo>
                    <a:cubicBezTo>
                      <a:pt x="107" y="121"/>
                      <a:pt x="92" y="262"/>
                      <a:pt x="45" y="382"/>
                    </a:cubicBezTo>
                    <a:cubicBezTo>
                      <a:pt x="0" y="382"/>
                      <a:pt x="0" y="382"/>
                      <a:pt x="0" y="382"/>
                    </a:cubicBezTo>
                    <a:cubicBezTo>
                      <a:pt x="0" y="382"/>
                      <a:pt x="27" y="140"/>
                      <a:pt x="31" y="105"/>
                    </a:cubicBezTo>
                    <a:cubicBezTo>
                      <a:pt x="35" y="71"/>
                      <a:pt x="56" y="30"/>
                      <a:pt x="94" y="30"/>
                    </a:cubicBezTo>
                    <a:cubicBezTo>
                      <a:pt x="133" y="30"/>
                      <a:pt x="212" y="30"/>
                      <a:pt x="212" y="30"/>
                    </a:cubicBezTo>
                    <a:cubicBezTo>
                      <a:pt x="225" y="3"/>
                      <a:pt x="225" y="3"/>
                      <a:pt x="225" y="3"/>
                    </a:cubicBezTo>
                    <a:lnTo>
                      <a:pt x="30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7" name="Google Shape;2862;p72"/>
              <p:cNvSpPr/>
              <p:nvPr/>
            </p:nvSpPr>
            <p:spPr>
              <a:xfrm>
                <a:off x="7263360" y="3358440"/>
                <a:ext cx="698760" cy="1052280"/>
              </a:xfrm>
              <a:custGeom>
                <a:avLst/>
                <a:gdLst>
                  <a:gd name="textAreaLeft" fmla="*/ 0 w 698760"/>
                  <a:gd name="textAreaRight" fmla="*/ 699120 w 698760"/>
                  <a:gd name="textAreaTop" fmla="*/ 0 h 1052280"/>
                  <a:gd name="textAreaBottom" fmla="*/ 1052640 h 1052280"/>
                </a:gdLst>
                <a:ahLst/>
                <a:cxnLst/>
                <a:rect l="textAreaLeft" t="textAreaTop" r="textAreaRight" b="textAreaBottom"/>
                <a:pathLst>
                  <a:path w="254" h="382">
                    <a:moveTo>
                      <a:pt x="242" y="0"/>
                    </a:moveTo>
                    <a:cubicBezTo>
                      <a:pt x="242" y="0"/>
                      <a:pt x="254" y="20"/>
                      <a:pt x="254" y="59"/>
                    </a:cubicBezTo>
                    <a:cubicBezTo>
                      <a:pt x="254" y="98"/>
                      <a:pt x="231" y="121"/>
                      <a:pt x="192" y="121"/>
                    </a:cubicBezTo>
                    <a:cubicBezTo>
                      <a:pt x="153" y="121"/>
                      <a:pt x="107" y="121"/>
                      <a:pt x="107" y="121"/>
                    </a:cubicBezTo>
                    <a:cubicBezTo>
                      <a:pt x="107" y="121"/>
                      <a:pt x="92" y="262"/>
                      <a:pt x="46" y="382"/>
                    </a:cubicBezTo>
                    <a:cubicBezTo>
                      <a:pt x="0" y="382"/>
                      <a:pt x="0" y="382"/>
                      <a:pt x="0" y="382"/>
                    </a:cubicBezTo>
                    <a:cubicBezTo>
                      <a:pt x="0" y="382"/>
                      <a:pt x="27" y="140"/>
                      <a:pt x="31" y="105"/>
                    </a:cubicBezTo>
                    <a:cubicBezTo>
                      <a:pt x="35" y="71"/>
                      <a:pt x="56" y="30"/>
                      <a:pt x="95" y="30"/>
                    </a:cubicBezTo>
                    <a:cubicBezTo>
                      <a:pt x="133" y="30"/>
                      <a:pt x="144" y="30"/>
                      <a:pt x="144" y="30"/>
                    </a:cubicBezTo>
                    <a:cubicBezTo>
                      <a:pt x="150" y="3"/>
                      <a:pt x="150" y="3"/>
                      <a:pt x="150" y="3"/>
                    </a:cubicBezTo>
                    <a:lnTo>
                      <a:pt x="24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8" name="Google Shape;2863;p72"/>
              <p:cNvSpPr/>
              <p:nvPr/>
            </p:nvSpPr>
            <p:spPr>
              <a:xfrm>
                <a:off x="6944400" y="2965320"/>
                <a:ext cx="505080" cy="302400"/>
              </a:xfrm>
              <a:custGeom>
                <a:avLst/>
                <a:gdLst>
                  <a:gd name="textAreaLeft" fmla="*/ 0 w 505080"/>
                  <a:gd name="textAreaRight" fmla="*/ 505440 w 505080"/>
                  <a:gd name="textAreaTop" fmla="*/ 0 h 302400"/>
                  <a:gd name="textAreaBottom" fmla="*/ 302760 h 302400"/>
                </a:gdLst>
                <a:ahLst/>
                <a:cxnLst/>
                <a:rect l="textAreaLeft" t="textAreaTop" r="textAreaRight" b="textAreaBottom"/>
                <a:pathLst>
                  <a:path w="184" h="110">
                    <a:moveTo>
                      <a:pt x="184" y="0"/>
                    </a:moveTo>
                    <a:cubicBezTo>
                      <a:pt x="149" y="110"/>
                      <a:pt x="149" y="110"/>
                      <a:pt x="149" y="110"/>
                    </a:cubicBezTo>
                    <a:cubicBezTo>
                      <a:pt x="0" y="110"/>
                      <a:pt x="0" y="110"/>
                      <a:pt x="0" y="110"/>
                    </a:cubicBezTo>
                    <a:cubicBezTo>
                      <a:pt x="0" y="110"/>
                      <a:pt x="19" y="79"/>
                      <a:pt x="48" y="89"/>
                    </a:cubicBezTo>
                    <a:cubicBezTo>
                      <a:pt x="48" y="89"/>
                      <a:pt x="83" y="72"/>
                      <a:pt x="112" y="71"/>
                    </a:cubicBezTo>
                    <a:cubicBezTo>
                      <a:pt x="116" y="71"/>
                      <a:pt x="120" y="68"/>
                      <a:pt x="121" y="64"/>
                    </a:cubicBezTo>
                    <a:cubicBezTo>
                      <a:pt x="144" y="0"/>
                      <a:pt x="144" y="0"/>
                      <a:pt x="144" y="0"/>
                    </a:cubicBezTo>
                    <a:lnTo>
                      <a:pt x="184"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9" name="Google Shape;2864;p72"/>
              <p:cNvSpPr/>
              <p:nvPr/>
            </p:nvSpPr>
            <p:spPr>
              <a:xfrm>
                <a:off x="7315560" y="2700000"/>
                <a:ext cx="198000" cy="289440"/>
              </a:xfrm>
              <a:custGeom>
                <a:avLst/>
                <a:gdLst>
                  <a:gd name="textAreaLeft" fmla="*/ 0 w 198000"/>
                  <a:gd name="textAreaRight" fmla="*/ 198360 w 198000"/>
                  <a:gd name="textAreaTop" fmla="*/ 0 h 289440"/>
                  <a:gd name="textAreaBottom" fmla="*/ 289800 h 289440"/>
                </a:gdLst>
                <a:ahLst/>
                <a:cxnLst/>
                <a:rect l="textAreaLeft" t="textAreaTop" r="textAreaRight" b="textAreaBottom"/>
                <a:pathLst>
                  <a:path w="72" h="105">
                    <a:moveTo>
                      <a:pt x="51" y="8"/>
                    </a:moveTo>
                    <a:cubicBezTo>
                      <a:pt x="26" y="20"/>
                      <a:pt x="0" y="105"/>
                      <a:pt x="0" y="105"/>
                    </a:cubicBezTo>
                    <a:cubicBezTo>
                      <a:pt x="51" y="105"/>
                      <a:pt x="51" y="105"/>
                      <a:pt x="51" y="105"/>
                    </a:cubicBezTo>
                    <a:cubicBezTo>
                      <a:pt x="67" y="60"/>
                      <a:pt x="67" y="60"/>
                      <a:pt x="67" y="60"/>
                    </a:cubicBezTo>
                    <a:cubicBezTo>
                      <a:pt x="72" y="49"/>
                      <a:pt x="67" y="0"/>
                      <a:pt x="51" y="8"/>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0" name="Google Shape;2865;p72"/>
              <p:cNvSpPr/>
              <p:nvPr/>
            </p:nvSpPr>
            <p:spPr>
              <a:xfrm>
                <a:off x="7455600" y="2631600"/>
                <a:ext cx="530640" cy="757800"/>
              </a:xfrm>
              <a:custGeom>
                <a:avLst/>
                <a:gdLst>
                  <a:gd name="textAreaLeft" fmla="*/ 0 w 530640"/>
                  <a:gd name="textAreaRight" fmla="*/ 531000 w 530640"/>
                  <a:gd name="textAreaTop" fmla="*/ 0 h 757800"/>
                  <a:gd name="textAreaBottom" fmla="*/ 758160 h 757800"/>
                </a:gdLst>
                <a:ahLst/>
                <a:cxnLst/>
                <a:rect l="textAreaLeft" t="textAreaTop" r="textAreaRight" b="textAreaBottom"/>
                <a:pathLst>
                  <a:path w="193" h="275">
                    <a:moveTo>
                      <a:pt x="98" y="0"/>
                    </a:moveTo>
                    <a:cubicBezTo>
                      <a:pt x="98" y="0"/>
                      <a:pt x="153" y="13"/>
                      <a:pt x="171" y="30"/>
                    </a:cubicBezTo>
                    <a:cubicBezTo>
                      <a:pt x="190" y="48"/>
                      <a:pt x="182" y="188"/>
                      <a:pt x="180" y="209"/>
                    </a:cubicBezTo>
                    <a:cubicBezTo>
                      <a:pt x="179" y="231"/>
                      <a:pt x="193" y="245"/>
                      <a:pt x="192" y="257"/>
                    </a:cubicBezTo>
                    <a:cubicBezTo>
                      <a:pt x="190" y="270"/>
                      <a:pt x="182" y="275"/>
                      <a:pt x="149" y="275"/>
                    </a:cubicBezTo>
                    <a:cubicBezTo>
                      <a:pt x="117" y="275"/>
                      <a:pt x="18" y="275"/>
                      <a:pt x="18" y="275"/>
                    </a:cubicBezTo>
                    <a:cubicBezTo>
                      <a:pt x="18" y="275"/>
                      <a:pt x="9" y="157"/>
                      <a:pt x="5" y="97"/>
                    </a:cubicBezTo>
                    <a:cubicBezTo>
                      <a:pt x="3" y="72"/>
                      <a:pt x="0" y="33"/>
                      <a:pt x="0" y="33"/>
                    </a:cubicBezTo>
                    <a:cubicBezTo>
                      <a:pt x="0" y="33"/>
                      <a:pt x="53" y="9"/>
                      <a:pt x="9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1" name="Google Shape;2866;p72"/>
              <p:cNvSpPr/>
              <p:nvPr/>
            </p:nvSpPr>
            <p:spPr>
              <a:xfrm>
                <a:off x="7585560" y="2631600"/>
                <a:ext cx="172440" cy="87840"/>
              </a:xfrm>
              <a:custGeom>
                <a:avLst/>
                <a:gdLst>
                  <a:gd name="textAreaLeft" fmla="*/ 0 w 172440"/>
                  <a:gd name="textAreaRight" fmla="*/ 172800 w 172440"/>
                  <a:gd name="textAreaTop" fmla="*/ 0 h 87840"/>
                  <a:gd name="textAreaBottom" fmla="*/ 88200 h 87840"/>
                </a:gdLst>
                <a:ahLst/>
                <a:cxnLst/>
                <a:rect l="textAreaLeft" t="textAreaTop" r="textAreaRight" b="textAreaBottom"/>
                <a:pathLst>
                  <a:path w="63" h="32">
                    <a:moveTo>
                      <a:pt x="51" y="0"/>
                    </a:moveTo>
                    <a:cubicBezTo>
                      <a:pt x="34" y="4"/>
                      <a:pt x="17" y="9"/>
                      <a:pt x="1" y="14"/>
                    </a:cubicBezTo>
                    <a:cubicBezTo>
                      <a:pt x="0" y="25"/>
                      <a:pt x="7" y="32"/>
                      <a:pt x="22" y="31"/>
                    </a:cubicBezTo>
                    <a:cubicBezTo>
                      <a:pt x="38" y="29"/>
                      <a:pt x="56" y="14"/>
                      <a:pt x="63" y="4"/>
                    </a:cubicBezTo>
                    <a:cubicBezTo>
                      <a:pt x="56" y="1"/>
                      <a:pt x="51" y="0"/>
                      <a:pt x="5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2" name="Google Shape;2867;p72"/>
              <p:cNvSpPr/>
              <p:nvPr/>
            </p:nvSpPr>
            <p:spPr>
              <a:xfrm>
                <a:off x="7449840" y="2331360"/>
                <a:ext cx="277920" cy="354240"/>
              </a:xfrm>
              <a:custGeom>
                <a:avLst/>
                <a:gdLst>
                  <a:gd name="textAreaLeft" fmla="*/ 0 w 277920"/>
                  <a:gd name="textAreaRight" fmla="*/ 278280 w 277920"/>
                  <a:gd name="textAreaTop" fmla="*/ 0 h 354240"/>
                  <a:gd name="textAreaBottom" fmla="*/ 354600 h 354240"/>
                </a:gdLst>
                <a:ahLst/>
                <a:cxnLst/>
                <a:rect l="textAreaLeft" t="textAreaTop" r="textAreaRight" b="textAreaBottom"/>
                <a:pathLst>
                  <a:path w="101" h="129">
                    <a:moveTo>
                      <a:pt x="0" y="57"/>
                    </a:moveTo>
                    <a:cubicBezTo>
                      <a:pt x="0" y="57"/>
                      <a:pt x="18" y="99"/>
                      <a:pt x="26" y="108"/>
                    </a:cubicBezTo>
                    <a:cubicBezTo>
                      <a:pt x="33" y="117"/>
                      <a:pt x="55" y="109"/>
                      <a:pt x="55" y="109"/>
                    </a:cubicBezTo>
                    <a:cubicBezTo>
                      <a:pt x="58" y="122"/>
                      <a:pt x="58" y="122"/>
                      <a:pt x="58" y="122"/>
                    </a:cubicBezTo>
                    <a:cubicBezTo>
                      <a:pt x="59" y="126"/>
                      <a:pt x="63" y="129"/>
                      <a:pt x="68" y="129"/>
                    </a:cubicBezTo>
                    <a:cubicBezTo>
                      <a:pt x="76" y="128"/>
                      <a:pt x="88" y="124"/>
                      <a:pt x="100" y="109"/>
                    </a:cubicBezTo>
                    <a:cubicBezTo>
                      <a:pt x="90" y="71"/>
                      <a:pt x="90" y="71"/>
                      <a:pt x="90" y="71"/>
                    </a:cubicBezTo>
                    <a:cubicBezTo>
                      <a:pt x="90" y="71"/>
                      <a:pt x="101" y="55"/>
                      <a:pt x="91" y="46"/>
                    </a:cubicBezTo>
                    <a:cubicBezTo>
                      <a:pt x="91" y="46"/>
                      <a:pt x="79" y="16"/>
                      <a:pt x="71" y="10"/>
                    </a:cubicBezTo>
                    <a:cubicBezTo>
                      <a:pt x="52" y="0"/>
                      <a:pt x="15" y="9"/>
                      <a:pt x="0" y="57"/>
                    </a:cubicBez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3" name="Google Shape;2868;p72"/>
              <p:cNvSpPr/>
              <p:nvPr/>
            </p:nvSpPr>
            <p:spPr>
              <a:xfrm>
                <a:off x="7219080" y="2965320"/>
                <a:ext cx="678960" cy="302400"/>
              </a:xfrm>
              <a:custGeom>
                <a:avLst/>
                <a:gdLst>
                  <a:gd name="textAreaLeft" fmla="*/ 0 w 678960"/>
                  <a:gd name="textAreaRight" fmla="*/ 679320 w 678960"/>
                  <a:gd name="textAreaTop" fmla="*/ 0 h 302400"/>
                  <a:gd name="textAreaBottom" fmla="*/ 302760 h 302400"/>
                </a:gdLst>
                <a:ahLst/>
                <a:cxnLst/>
                <a:rect l="textAreaLeft" t="textAreaTop" r="textAreaRight" b="textAreaBottom"/>
                <a:pathLst>
                  <a:path w="247" h="110">
                    <a:moveTo>
                      <a:pt x="247" y="0"/>
                    </a:moveTo>
                    <a:cubicBezTo>
                      <a:pt x="218" y="88"/>
                      <a:pt x="218" y="88"/>
                      <a:pt x="218" y="88"/>
                    </a:cubicBezTo>
                    <a:cubicBezTo>
                      <a:pt x="214" y="101"/>
                      <a:pt x="202" y="110"/>
                      <a:pt x="189" y="110"/>
                    </a:cubicBezTo>
                    <a:cubicBezTo>
                      <a:pt x="0" y="110"/>
                      <a:pt x="0" y="110"/>
                      <a:pt x="0" y="110"/>
                    </a:cubicBezTo>
                    <a:cubicBezTo>
                      <a:pt x="0" y="110"/>
                      <a:pt x="6" y="76"/>
                      <a:pt x="47" y="88"/>
                    </a:cubicBezTo>
                    <a:cubicBezTo>
                      <a:pt x="157" y="73"/>
                      <a:pt x="157" y="73"/>
                      <a:pt x="157" y="73"/>
                    </a:cubicBezTo>
                    <a:cubicBezTo>
                      <a:pt x="163" y="72"/>
                      <a:pt x="169" y="67"/>
                      <a:pt x="171" y="61"/>
                    </a:cubicBezTo>
                    <a:cubicBezTo>
                      <a:pt x="191" y="0"/>
                      <a:pt x="191" y="0"/>
                      <a:pt x="191" y="0"/>
                    </a:cubicBezTo>
                    <a:lnTo>
                      <a:pt x="247"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4" name="Google Shape;2869;p72"/>
              <p:cNvSpPr/>
              <p:nvPr/>
            </p:nvSpPr>
            <p:spPr>
              <a:xfrm>
                <a:off x="7357320" y="2265120"/>
                <a:ext cx="376560" cy="277920"/>
              </a:xfrm>
              <a:custGeom>
                <a:avLst/>
                <a:gdLst>
                  <a:gd name="textAreaLeft" fmla="*/ 0 w 376560"/>
                  <a:gd name="textAreaRight" fmla="*/ 376920 w 376560"/>
                  <a:gd name="textAreaTop" fmla="*/ 0 h 277920"/>
                  <a:gd name="textAreaBottom" fmla="*/ 278280 h 277920"/>
                </a:gdLst>
                <a:ahLst/>
                <a:cxnLst/>
                <a:rect l="textAreaLeft" t="textAreaTop" r="textAreaRight" b="textAreaBottom"/>
                <a:pathLst>
                  <a:path w="137" h="101">
                    <a:moveTo>
                      <a:pt x="11" y="85"/>
                    </a:moveTo>
                    <a:cubicBezTo>
                      <a:pt x="23" y="101"/>
                      <a:pt x="63" y="86"/>
                      <a:pt x="88" y="49"/>
                    </a:cubicBezTo>
                    <a:cubicBezTo>
                      <a:pt x="99" y="69"/>
                      <a:pt x="116" y="77"/>
                      <a:pt x="116" y="77"/>
                    </a:cubicBezTo>
                    <a:cubicBezTo>
                      <a:pt x="116" y="77"/>
                      <a:pt x="116" y="67"/>
                      <a:pt x="125" y="70"/>
                    </a:cubicBezTo>
                    <a:cubicBezTo>
                      <a:pt x="125" y="70"/>
                      <a:pt x="137" y="49"/>
                      <a:pt x="127" y="30"/>
                    </a:cubicBezTo>
                    <a:cubicBezTo>
                      <a:pt x="117" y="10"/>
                      <a:pt x="98" y="19"/>
                      <a:pt x="98" y="19"/>
                    </a:cubicBezTo>
                    <a:cubicBezTo>
                      <a:pt x="98" y="19"/>
                      <a:pt x="66" y="0"/>
                      <a:pt x="34" y="22"/>
                    </a:cubicBezTo>
                    <a:cubicBezTo>
                      <a:pt x="1" y="44"/>
                      <a:pt x="0" y="70"/>
                      <a:pt x="11" y="8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5" name="Google Shape;2870;p72"/>
              <p:cNvSpPr/>
              <p:nvPr/>
            </p:nvSpPr>
            <p:spPr>
              <a:xfrm>
                <a:off x="7717680" y="2689560"/>
                <a:ext cx="241920" cy="299880"/>
              </a:xfrm>
              <a:custGeom>
                <a:avLst/>
                <a:gdLst>
                  <a:gd name="textAreaLeft" fmla="*/ 0 w 241920"/>
                  <a:gd name="textAreaRight" fmla="*/ 242280 w 241920"/>
                  <a:gd name="textAreaTop" fmla="*/ 0 h 299880"/>
                  <a:gd name="textAreaBottom" fmla="*/ 300240 h 299880"/>
                </a:gdLst>
                <a:ahLst/>
                <a:cxnLst/>
                <a:rect l="textAreaLeft" t="textAreaTop" r="textAreaRight" b="textAreaBottom"/>
                <a:pathLst>
                  <a:path w="88" h="109">
                    <a:moveTo>
                      <a:pt x="62" y="0"/>
                    </a:moveTo>
                    <a:cubicBezTo>
                      <a:pt x="30" y="2"/>
                      <a:pt x="0" y="109"/>
                      <a:pt x="0" y="109"/>
                    </a:cubicBezTo>
                    <a:cubicBezTo>
                      <a:pt x="68" y="109"/>
                      <a:pt x="68" y="109"/>
                      <a:pt x="68" y="109"/>
                    </a:cubicBezTo>
                    <a:cubicBezTo>
                      <a:pt x="88" y="61"/>
                      <a:pt x="88" y="61"/>
                      <a:pt x="88" y="61"/>
                    </a:cubicBezTo>
                    <a:cubicBezTo>
                      <a:pt x="86" y="36"/>
                      <a:pt x="83" y="15"/>
                      <a:pt x="76" y="9"/>
                    </a:cubicBezTo>
                    <a:cubicBezTo>
                      <a:pt x="73" y="6"/>
                      <a:pt x="68" y="3"/>
                      <a:pt x="6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6" name="Google Shape;2871;p72"/>
              <p:cNvSpPr/>
              <p:nvPr/>
            </p:nvSpPr>
            <p:spPr>
              <a:xfrm>
                <a:off x="6608160" y="2854080"/>
                <a:ext cx="596880" cy="383400"/>
              </a:xfrm>
              <a:custGeom>
                <a:avLst/>
                <a:gdLst>
                  <a:gd name="textAreaLeft" fmla="*/ 0 w 596880"/>
                  <a:gd name="textAreaRight" fmla="*/ 597240 w 596880"/>
                  <a:gd name="textAreaTop" fmla="*/ 0 h 383400"/>
                  <a:gd name="textAreaBottom" fmla="*/ 383760 h 383400"/>
                </a:gdLst>
                <a:ahLst/>
                <a:cxnLst/>
                <a:rect l="textAreaLeft" t="textAreaTop" r="textAreaRight" b="textAreaBottom"/>
                <a:pathLst>
                  <a:path w="217" h="139">
                    <a:moveTo>
                      <a:pt x="208" y="139"/>
                    </a:moveTo>
                    <a:cubicBezTo>
                      <a:pt x="30" y="139"/>
                      <a:pt x="30" y="139"/>
                      <a:pt x="30" y="139"/>
                    </a:cubicBezTo>
                    <a:cubicBezTo>
                      <a:pt x="26" y="139"/>
                      <a:pt x="23" y="136"/>
                      <a:pt x="22" y="132"/>
                    </a:cubicBezTo>
                    <a:cubicBezTo>
                      <a:pt x="1" y="9"/>
                      <a:pt x="1" y="9"/>
                      <a:pt x="1" y="9"/>
                    </a:cubicBezTo>
                    <a:cubicBezTo>
                      <a:pt x="0" y="4"/>
                      <a:pt x="4" y="0"/>
                      <a:pt x="9" y="0"/>
                    </a:cubicBezTo>
                    <a:cubicBezTo>
                      <a:pt x="187" y="0"/>
                      <a:pt x="187" y="0"/>
                      <a:pt x="187" y="0"/>
                    </a:cubicBezTo>
                    <a:cubicBezTo>
                      <a:pt x="191" y="0"/>
                      <a:pt x="194" y="3"/>
                      <a:pt x="195" y="7"/>
                    </a:cubicBezTo>
                    <a:cubicBezTo>
                      <a:pt x="216" y="129"/>
                      <a:pt x="216" y="129"/>
                      <a:pt x="216" y="129"/>
                    </a:cubicBezTo>
                    <a:cubicBezTo>
                      <a:pt x="217" y="134"/>
                      <a:pt x="213" y="139"/>
                      <a:pt x="208" y="139"/>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2872;p72"/>
              <p:cNvSpPr/>
              <p:nvPr/>
            </p:nvSpPr>
            <p:spPr>
              <a:xfrm>
                <a:off x="6671880" y="3237840"/>
                <a:ext cx="808920" cy="29880"/>
              </a:xfrm>
              <a:custGeom>
                <a:avLst/>
                <a:gdLst>
                  <a:gd name="textAreaLeft" fmla="*/ 0 w 808920"/>
                  <a:gd name="textAreaRight" fmla="*/ 809280 w 808920"/>
                  <a:gd name="textAreaTop" fmla="*/ 0 h 29880"/>
                  <a:gd name="textAreaBottom" fmla="*/ 30240 h 29880"/>
                </a:gdLst>
                <a:ahLst/>
                <a:cxnLst/>
                <a:rect l="textAreaLeft" t="textAreaTop" r="textAreaRight" b="textAreaBottom"/>
                <a:pathLst>
                  <a:path w="294" h="11">
                    <a:moveTo>
                      <a:pt x="283" y="11"/>
                    </a:moveTo>
                    <a:cubicBezTo>
                      <a:pt x="11" y="11"/>
                      <a:pt x="11" y="11"/>
                      <a:pt x="11" y="11"/>
                    </a:cubicBezTo>
                    <a:cubicBezTo>
                      <a:pt x="5" y="11"/>
                      <a:pt x="0" y="6"/>
                      <a:pt x="0" y="0"/>
                    </a:cubicBezTo>
                    <a:cubicBezTo>
                      <a:pt x="0" y="0"/>
                      <a:pt x="0" y="0"/>
                      <a:pt x="0" y="0"/>
                    </a:cubicBezTo>
                    <a:cubicBezTo>
                      <a:pt x="294" y="0"/>
                      <a:pt x="294" y="0"/>
                      <a:pt x="294" y="0"/>
                    </a:cubicBezTo>
                    <a:cubicBezTo>
                      <a:pt x="294" y="0"/>
                      <a:pt x="294" y="0"/>
                      <a:pt x="294" y="0"/>
                    </a:cubicBezTo>
                    <a:cubicBezTo>
                      <a:pt x="294" y="6"/>
                      <a:pt x="289" y="11"/>
                      <a:pt x="283" y="1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120" bIns="151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2873;p72"/>
              <p:cNvSpPr/>
              <p:nvPr/>
            </p:nvSpPr>
            <p:spPr>
              <a:xfrm>
                <a:off x="6822720" y="2981520"/>
                <a:ext cx="121320" cy="120240"/>
              </a:xfrm>
              <a:prstGeom prst="ellipse">
                <a:avLst/>
              </a:prstGeom>
              <a:solidFill>
                <a:schemeClr val="accent6"/>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2874;p72"/>
              <p:cNvSpPr/>
              <p:nvPr/>
            </p:nvSpPr>
            <p:spPr>
              <a:xfrm>
                <a:off x="6490080" y="3420000"/>
                <a:ext cx="247680" cy="1118520"/>
              </a:xfrm>
              <a:custGeom>
                <a:avLst/>
                <a:gdLst>
                  <a:gd name="textAreaLeft" fmla="*/ 0 w 247680"/>
                  <a:gd name="textAreaRight" fmla="*/ 248040 w 247680"/>
                  <a:gd name="textAreaTop" fmla="*/ 0 h 1118520"/>
                  <a:gd name="textAreaBottom" fmla="*/ 1118880 h 1118520"/>
                </a:gdLst>
                <a:ahLst/>
                <a:cxnLst/>
                <a:rect l="textAreaLeft" t="textAreaTop" r="textAreaRight" b="textAreaBottom"/>
                <a:pathLst>
                  <a:path w="214" h="965">
                    <a:moveTo>
                      <a:pt x="128" y="0"/>
                    </a:moveTo>
                    <a:lnTo>
                      <a:pt x="0" y="965"/>
                    </a:lnTo>
                    <a:lnTo>
                      <a:pt x="36" y="965"/>
                    </a:lnTo>
                    <a:lnTo>
                      <a:pt x="214" y="0"/>
                    </a:lnTo>
                    <a:lnTo>
                      <a:pt x="128"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2875;p72"/>
              <p:cNvSpPr/>
              <p:nvPr/>
            </p:nvSpPr>
            <p:spPr>
              <a:xfrm>
                <a:off x="7668000" y="3420000"/>
                <a:ext cx="247680" cy="1118520"/>
              </a:xfrm>
              <a:custGeom>
                <a:avLst/>
                <a:gdLst>
                  <a:gd name="textAreaLeft" fmla="*/ 0 w 247680"/>
                  <a:gd name="textAreaRight" fmla="*/ 248040 w 247680"/>
                  <a:gd name="textAreaTop" fmla="*/ 0 h 1118520"/>
                  <a:gd name="textAreaBottom" fmla="*/ 1118880 h 1118520"/>
                </a:gdLst>
                <a:ahLst/>
                <a:cxnLst/>
                <a:rect l="textAreaLeft" t="textAreaTop" r="textAreaRight" b="textAreaBottom"/>
                <a:pathLst>
                  <a:path w="214" h="965">
                    <a:moveTo>
                      <a:pt x="85" y="0"/>
                    </a:moveTo>
                    <a:lnTo>
                      <a:pt x="214" y="965"/>
                    </a:lnTo>
                    <a:lnTo>
                      <a:pt x="178" y="965"/>
                    </a:lnTo>
                    <a:lnTo>
                      <a:pt x="0" y="0"/>
                    </a:lnTo>
                    <a:lnTo>
                      <a:pt x="8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1" name="Google Shape;2876;p72"/>
              <p:cNvSpPr/>
              <p:nvPr/>
            </p:nvSpPr>
            <p:spPr>
              <a:xfrm>
                <a:off x="6591960" y="3268080"/>
                <a:ext cx="1221480" cy="5184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2" name="Google Shape;2877;p72"/>
              <p:cNvSpPr/>
              <p:nvPr/>
            </p:nvSpPr>
            <p:spPr>
              <a:xfrm>
                <a:off x="6619680" y="3320280"/>
                <a:ext cx="1168200" cy="140040"/>
              </a:xfrm>
              <a:custGeom>
                <a:avLst/>
                <a:gdLst>
                  <a:gd name="textAreaLeft" fmla="*/ 0 w 1168200"/>
                  <a:gd name="textAreaRight" fmla="*/ 1168560 w 1168200"/>
                  <a:gd name="textAreaTop" fmla="*/ 0 h 140040"/>
                  <a:gd name="textAreaBottom" fmla="*/ 140400 h 140040"/>
                </a:gdLst>
                <a:ahLst/>
                <a:cxnLst/>
                <a:rect l="textAreaLeft" t="textAreaTop" r="textAreaRight" b="textAreaBottom"/>
                <a:pathLst>
                  <a:path w="1008" h="121">
                    <a:moveTo>
                      <a:pt x="1008" y="121"/>
                    </a:moveTo>
                    <a:lnTo>
                      <a:pt x="0" y="121"/>
                    </a:lnTo>
                    <a:lnTo>
                      <a:pt x="14" y="0"/>
                    </a:lnTo>
                    <a:lnTo>
                      <a:pt x="992" y="0"/>
                    </a:lnTo>
                    <a:lnTo>
                      <a:pt x="1008" y="12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
</file>

<file path=ppt/theme/theme1.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472</TotalTime>
  <Words>560</Words>
  <Application>Microsoft Office PowerPoint</Application>
  <PresentationFormat>On-screen Show (16:9)</PresentationFormat>
  <Paragraphs>34</Paragraphs>
  <Slides>12</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12</vt:i4>
      </vt:variant>
    </vt:vector>
  </HeadingPairs>
  <TitlesOfParts>
    <vt:vector size="24" baseType="lpstr">
      <vt:lpstr>Arial</vt:lpstr>
      <vt:lpstr>Calibri</vt:lpstr>
      <vt:lpstr>DM Sans</vt:lpstr>
      <vt:lpstr>OpenSymbol</vt:lpstr>
      <vt:lpstr>Plus Jakarta Sans ExtraBold</vt:lpstr>
      <vt:lpstr>Poppins ExtraBold</vt:lpstr>
      <vt:lpstr>Symbol</vt:lpstr>
      <vt:lpstr>Wingdings</vt:lpstr>
      <vt:lpstr>Design Inspiration for High School by Slidesgo</vt:lpstr>
      <vt:lpstr>Design Inspiration for High School by Slidesgo</vt:lpstr>
      <vt:lpstr>Design Inspiration for High School by Slidesgo</vt:lpstr>
      <vt:lpstr>Slidesgo Final Pages</vt:lpstr>
      <vt:lpstr>You Are Not Behind</vt:lpstr>
      <vt:lpstr>Introduction</vt:lpstr>
      <vt:lpstr>PowerPoint Presentation</vt:lpstr>
      <vt:lpstr>PowerPoint Presentation</vt:lpstr>
      <vt:lpstr>The Illusion of a Universal Timeline</vt:lpstr>
      <vt:lpstr>PowerPoint Presentation</vt:lpstr>
      <vt:lpstr>PowerPoint Presentation</vt:lpstr>
      <vt:lpstr>PowerPoint Presentation</vt:lpstr>
      <vt:lpstr>PowerPoint Presentation</vt:lpstr>
      <vt:lpstr>Building Strength Through Change</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aya abdulaziz</dc:creator>
  <cp:lastModifiedBy>aya abdulaziz</cp:lastModifiedBy>
  <cp:revision>1</cp:revision>
  <dcterms:modified xsi:type="dcterms:W3CDTF">2026-03-05T02:48:17Z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2026-03-04T18:54:47Z</dcterms:created>
  <dc:creator>Unknown Creator</dc:creator>
  <dc:description/>
  <dc:language>en-US</dc:language>
  <cp:lastModifiedBy>Unknown Creator</cp:lastModifiedBy>
  <dcterms:modified xsi:type="dcterms:W3CDTF">2026-03-04T18:54:47Z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