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Inter"/>
      <p:regular r:id="rId14"/>
    </p:embeddedFont>
    <p:embeddedFont>
      <p:font typeface="Inter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Stolen Life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54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Reclaiming Presence in the Age of Speed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72965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Myth of "Keeping Up"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37522"/>
            <a:ext cx="377511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15-Second Illusion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689628"/>
            <a:ext cx="4205168" cy="269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54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"Social Media Pace": Comparing reality to 15-second highlight reels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54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to be a "Success" by age 19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54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creates burnout, not progress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327434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50946"/>
            <a:ext cx="71166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We Forgot the Flavor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50450"/>
            <a:ext cx="391691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Disconnected Meal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793790" y="3415903"/>
            <a:ext cx="7556421" cy="1367909"/>
          </a:xfrm>
          <a:prstGeom prst="roundRect">
            <a:avLst>
              <a:gd name="adj" fmla="val 6964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084" y="3673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541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"YouTube" Trap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163616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54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before fork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010626"/>
            <a:ext cx="7556421" cy="1367909"/>
          </a:xfrm>
          <a:prstGeom prst="roundRect">
            <a:avLst>
              <a:gd name="adj" fmla="val 6964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084" y="52679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541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Fact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51084" y="5758339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54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Distracted eating leads to 20% more calories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5334"/>
            <a:ext cx="75664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Recording vs. Experiencing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564838"/>
            <a:ext cx="354830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Memory Paradox</a:t>
            </a:r>
            <a:endParaRPr lang="en-US" sz="2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85442"/>
            <a:ext cx="8284131" cy="46236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38943" y="3669744"/>
            <a:ext cx="36948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Memory Impairment Effect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38943" y="4250888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54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Photos can make you forget details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638943" y="48406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Study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38943" y="5421749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54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Linda Henkel – Externalizing memory weakens recall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9937"/>
            <a:ext cx="68406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Power of Doing Less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49441"/>
            <a:ext cx="408634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Art of Mono-tasking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793790" y="3914894"/>
            <a:ext cx="7556421" cy="868918"/>
          </a:xfrm>
          <a:prstGeom prst="roundRect">
            <a:avLst>
              <a:gd name="adj" fmla="val 16837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310" y="3914894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373E69"/>
          </a:solidFill>
          <a:ln/>
        </p:spPr>
      </p:sp>
      <p:sp>
        <p:nvSpPr>
          <p:cNvPr id="7" name="Text 4"/>
          <p:cNvSpPr/>
          <p:nvPr/>
        </p:nvSpPr>
        <p:spPr>
          <a:xfrm>
            <a:off x="1142524" y="4172188"/>
            <a:ext cx="58465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541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Mindfulness is a survival skill, not a luxury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93790" y="5010626"/>
            <a:ext cx="7556421" cy="868918"/>
          </a:xfrm>
          <a:prstGeom prst="roundRect">
            <a:avLst>
              <a:gd name="adj" fmla="val 16837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310" y="5010626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373E69"/>
          </a:solidFill>
          <a:ln/>
        </p:spPr>
      </p:sp>
      <p:sp>
        <p:nvSpPr>
          <p:cNvPr id="10" name="Text 7"/>
          <p:cNvSpPr/>
          <p:nvPr/>
        </p:nvSpPr>
        <p:spPr>
          <a:xfrm>
            <a:off x="1142524" y="5267920"/>
            <a:ext cx="55004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541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Mono-tasking: doing one thing at a time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89409"/>
            <a:ext cx="70382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Small Steps, Deep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788914"/>
            <a:ext cx="341161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ROI of Slowness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793790" y="2554367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E5DFD2"/>
          </a:solidFill>
          <a:ln w="7620">
            <a:solidFill>
              <a:srgbClr val="CBC5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8224" y="278880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E6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975848"/>
            <a:ext cx="306110" cy="306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224" y="3696057"/>
            <a:ext cx="41830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541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Studying without notifications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28224" y="418647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54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40% higher retention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793790" y="5010626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E5DFD2"/>
          </a:solidFill>
          <a:ln w="7620">
            <a:solidFill>
              <a:srgbClr val="CBC5B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28224" y="524506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E6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5432107"/>
            <a:ext cx="306110" cy="3061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8224" y="61523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541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Mindful living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28224" y="6642735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54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lower anxiety, higher creativity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272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E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the Moment, Not the Content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33951" y="4540091"/>
            <a:ext cx="7216259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54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central tenet of the Slow Movement is that we should be living better, not faster." — 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835E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Carl Honoré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93790" y="4284940"/>
            <a:ext cx="30480" cy="1417320"/>
          </a:xfrm>
          <a:prstGeom prst="rect">
            <a:avLst/>
          </a:prstGeom>
          <a:solidFill>
            <a:srgbClr val="373E6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2026-03-11T03:25:52Z</dcterms:created>
  <dcterms:modified xsi:type="dcterms:W3CDTF">2026-03-11T03:25:52Z</dcterms:modified>
</cp:coreProperties>
</file>